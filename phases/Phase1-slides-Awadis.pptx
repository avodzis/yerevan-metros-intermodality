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0" r:id="rId3"/>
  </p:sldMasterIdLst>
  <p:notesMasterIdLst>
    <p:notesMasterId r:id="rId4"/>
  </p:notesMasterIdLst>
  <p:sldIdLst>
    <p:sldId id="256" r:id="rId5"/>
    <p:sldId id="257" r:id="rId6"/>
    <p:sldId id="258" r:id="rId7"/>
    <p:sldId id="259" r:id="rId8"/>
  </p:sldIdLst>
  <p:sldSz cy="5143500" cx="9144000"/>
  <p:notesSz cx="6858000" cy="9144000"/>
  <p:embeddedFontLst>
    <p:embeddedFont>
      <p:font typeface="Merriweather Light"/>
      <p:regular r:id="rId9"/>
      <p:bold r:id="rId10"/>
      <p:italic r:id="rId11"/>
      <p:boldItalic r:id="rId12"/>
    </p:embeddedFont>
    <p:embeddedFont>
      <p:font typeface="Montserrat"/>
      <p:regular r:id="rId13"/>
      <p:bold r:id="rId14"/>
      <p:italic r:id="rId15"/>
      <p:boldItalic r:id="rId16"/>
    </p:embeddedFont>
    <p:embeddedFont>
      <p:font typeface="Open Sans SemiBold"/>
      <p:regular r:id="rId17"/>
      <p:bold r:id="rId18"/>
      <p:italic r:id="rId19"/>
      <p:boldItalic r:id="rId20"/>
    </p:embeddedFont>
    <p:embeddedFont>
      <p:font typeface="Vidaloka"/>
      <p:regular r:id="rId21"/>
    </p:embeddedFont>
    <p:embeddedFont>
      <p:font typeface="Russo One"/>
      <p:regular r:id="rId22"/>
    </p:embeddedFont>
    <p:embeddedFont>
      <p:font typeface="Crimson Text"/>
      <p:regular r:id="rId23"/>
      <p:bold r:id="rId24"/>
      <p:italic r:id="rId25"/>
      <p:boldItalic r:id="rId26"/>
    </p:embeddedFont>
    <p:embeddedFont>
      <p:font typeface="Open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OpenSansSemiBold-boldItalic.fntdata"/><Relationship Id="rId22" Type="http://schemas.openxmlformats.org/officeDocument/2006/relationships/font" Target="fonts/RussoOne-regular.fntdata"/><Relationship Id="rId21" Type="http://schemas.openxmlformats.org/officeDocument/2006/relationships/font" Target="fonts/Vidaloka-regular.fntdata"/><Relationship Id="rId24" Type="http://schemas.openxmlformats.org/officeDocument/2006/relationships/font" Target="fonts/CrimsonText-bold.fntdata"/><Relationship Id="rId23" Type="http://schemas.openxmlformats.org/officeDocument/2006/relationships/font" Target="fonts/CrimsonText-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MerriweatherLight-regular.fntdata"/><Relationship Id="rId26" Type="http://schemas.openxmlformats.org/officeDocument/2006/relationships/font" Target="fonts/CrimsonText-boldItalic.fntdata"/><Relationship Id="rId25" Type="http://schemas.openxmlformats.org/officeDocument/2006/relationships/font" Target="fonts/CrimsonText-italic.fntdata"/><Relationship Id="rId28" Type="http://schemas.openxmlformats.org/officeDocument/2006/relationships/font" Target="fonts/OpenSans-bold.fntdata"/><Relationship Id="rId27" Type="http://schemas.openxmlformats.org/officeDocument/2006/relationships/font" Target="fonts/OpenSans-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OpenSans-italic.fntdata"/><Relationship Id="rId7" Type="http://schemas.openxmlformats.org/officeDocument/2006/relationships/slide" Target="slides/slide3.xml"/><Relationship Id="rId8" Type="http://schemas.openxmlformats.org/officeDocument/2006/relationships/slide" Target="slides/slide4.xml"/><Relationship Id="rId30" Type="http://schemas.openxmlformats.org/officeDocument/2006/relationships/font" Target="fonts/OpenSans-boldItalic.fntdata"/><Relationship Id="rId11" Type="http://schemas.openxmlformats.org/officeDocument/2006/relationships/font" Target="fonts/MerriweatherLight-italic.fntdata"/><Relationship Id="rId10" Type="http://schemas.openxmlformats.org/officeDocument/2006/relationships/font" Target="fonts/MerriweatherLight-bold.fntdata"/><Relationship Id="rId13" Type="http://schemas.openxmlformats.org/officeDocument/2006/relationships/font" Target="fonts/Montserrat-regular.fntdata"/><Relationship Id="rId12" Type="http://schemas.openxmlformats.org/officeDocument/2006/relationships/font" Target="fonts/MerriweatherLight-boldItalic.fntdata"/><Relationship Id="rId15" Type="http://schemas.openxmlformats.org/officeDocument/2006/relationships/font" Target="fonts/Montserrat-italic.fntdata"/><Relationship Id="rId14" Type="http://schemas.openxmlformats.org/officeDocument/2006/relationships/font" Target="fonts/Montserrat-bold.fntdata"/><Relationship Id="rId17" Type="http://schemas.openxmlformats.org/officeDocument/2006/relationships/font" Target="fonts/OpenSansSemiBold-regular.fntdata"/><Relationship Id="rId16" Type="http://schemas.openxmlformats.org/officeDocument/2006/relationships/font" Target="fonts/Montserrat-boldItalic.fntdata"/><Relationship Id="rId19" Type="http://schemas.openxmlformats.org/officeDocument/2006/relationships/font" Target="fonts/OpenSansSemiBold-italic.fntdata"/><Relationship Id="rId18" Type="http://schemas.openxmlformats.org/officeDocument/2006/relationships/font" Target="fonts/OpenSans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cd8a80d6b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cd8a80d6b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cc7554a049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cc7554a049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cc7554a049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cc7554a049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039975" y="1324500"/>
            <a:ext cx="70641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1040000" y="3377100"/>
            <a:ext cx="7064100" cy="441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cxnSp>
        <p:nvCxnSpPr>
          <p:cNvPr id="11" name="Google Shape;11;p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 name="Google Shape;12;p2"/>
          <p:cNvCxnSpPr/>
          <p:nvPr/>
        </p:nvCxnSpPr>
        <p:spPr>
          <a:xfrm flipH="1">
            <a:off x="-257975"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 name="Google Shape;13;p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 name="Google Shape;14;p2"/>
          <p:cNvCxnSpPr/>
          <p:nvPr/>
        </p:nvCxnSpPr>
        <p:spPr>
          <a:xfrm flipH="1">
            <a:off x="6467450"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2714550" y="2543963"/>
            <a:ext cx="3714900" cy="64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4"/>
              </a:buClr>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7" name="Google Shape;17;p3"/>
          <p:cNvSpPr txBox="1"/>
          <p:nvPr>
            <p:ph hasCustomPrompt="1" idx="2" type="title"/>
          </p:nvPr>
        </p:nvSpPr>
        <p:spPr>
          <a:xfrm>
            <a:off x="3746550" y="1478925"/>
            <a:ext cx="1650900" cy="97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18" name="Google Shape;18;p3"/>
          <p:cNvSpPr txBox="1"/>
          <p:nvPr>
            <p:ph idx="1" type="subTitle"/>
          </p:nvPr>
        </p:nvSpPr>
        <p:spPr>
          <a:xfrm>
            <a:off x="2291400" y="3279625"/>
            <a:ext cx="4561200" cy="39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9" name="Google Shape;19;p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 name="Google Shape;20;p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 name="Google Shape;21;p3"/>
          <p:cNvCxnSpPr/>
          <p:nvPr/>
        </p:nvCxnSpPr>
        <p:spPr>
          <a:xfrm flipH="1">
            <a:off x="794892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 name="Google Shape;22;p3"/>
          <p:cNvCxnSpPr/>
          <p:nvPr/>
        </p:nvCxnSpPr>
        <p:spPr>
          <a:xfrm flipH="1">
            <a:off x="-11287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txBox="1"/>
          <p:nvPr>
            <p:ph type="title"/>
          </p:nvPr>
        </p:nvSpPr>
        <p:spPr>
          <a:xfrm>
            <a:off x="713225" y="445025"/>
            <a:ext cx="4711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4"/>
          <p:cNvSpPr txBox="1"/>
          <p:nvPr>
            <p:ph idx="1" type="body"/>
          </p:nvPr>
        </p:nvSpPr>
        <p:spPr>
          <a:xfrm>
            <a:off x="713250" y="1272925"/>
            <a:ext cx="7717500" cy="32958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dk1"/>
              </a:buClr>
              <a:buSzPts val="1800"/>
              <a:buFont typeface="Lato"/>
              <a:buChar char="●"/>
              <a:defRPr sz="1100"/>
            </a:lvl1pPr>
            <a:lvl2pPr indent="-317500" lvl="1" marL="914400">
              <a:spcBef>
                <a:spcPts val="0"/>
              </a:spcBef>
              <a:spcAft>
                <a:spcPts val="0"/>
              </a:spcAft>
              <a:buClr>
                <a:schemeClr val="dk1"/>
              </a:buClr>
              <a:buSzPts val="1400"/>
              <a:buFont typeface="Lato"/>
              <a:buChar char="○"/>
              <a:defRPr/>
            </a:lvl2pPr>
            <a:lvl3pPr indent="-317500" lvl="2" marL="1371600">
              <a:spcBef>
                <a:spcPts val="0"/>
              </a:spcBef>
              <a:spcAft>
                <a:spcPts val="0"/>
              </a:spcAft>
              <a:buClr>
                <a:schemeClr val="dk1"/>
              </a:buClr>
              <a:buSzPts val="1400"/>
              <a:buFont typeface="Lato"/>
              <a:buChar char="■"/>
              <a:defRPr/>
            </a:lvl3pPr>
            <a:lvl4pPr indent="-317500" lvl="3" marL="1828800">
              <a:spcBef>
                <a:spcPts val="0"/>
              </a:spcBef>
              <a:spcAft>
                <a:spcPts val="0"/>
              </a:spcAft>
              <a:buClr>
                <a:schemeClr val="dk1"/>
              </a:buClr>
              <a:buSzPts val="1400"/>
              <a:buFont typeface="Lato"/>
              <a:buChar char="●"/>
              <a:defRPr/>
            </a:lvl4pPr>
            <a:lvl5pPr indent="-317500" lvl="4" marL="2286000">
              <a:spcBef>
                <a:spcPts val="0"/>
              </a:spcBef>
              <a:spcAft>
                <a:spcPts val="0"/>
              </a:spcAft>
              <a:buClr>
                <a:schemeClr val="dk1"/>
              </a:buClr>
              <a:buSzPts val="1400"/>
              <a:buFont typeface="Lato"/>
              <a:buChar char="○"/>
              <a:defRPr/>
            </a:lvl5pPr>
            <a:lvl6pPr indent="-317500" lvl="5" marL="2743200">
              <a:spcBef>
                <a:spcPts val="0"/>
              </a:spcBef>
              <a:spcAft>
                <a:spcPts val="0"/>
              </a:spcAft>
              <a:buClr>
                <a:schemeClr val="dk1"/>
              </a:buClr>
              <a:buSzPts val="1400"/>
              <a:buFont typeface="Lato"/>
              <a:buChar char="■"/>
              <a:defRPr/>
            </a:lvl6pPr>
            <a:lvl7pPr indent="-317500" lvl="6" marL="3200400">
              <a:spcBef>
                <a:spcPts val="0"/>
              </a:spcBef>
              <a:spcAft>
                <a:spcPts val="0"/>
              </a:spcAft>
              <a:buClr>
                <a:schemeClr val="dk1"/>
              </a:buClr>
              <a:buSzPts val="1400"/>
              <a:buFont typeface="Lato"/>
              <a:buChar char="●"/>
              <a:defRPr/>
            </a:lvl7pPr>
            <a:lvl8pPr indent="-317500" lvl="7" marL="3657600">
              <a:spcBef>
                <a:spcPts val="0"/>
              </a:spcBef>
              <a:spcAft>
                <a:spcPts val="0"/>
              </a:spcAft>
              <a:buClr>
                <a:schemeClr val="dk1"/>
              </a:buClr>
              <a:buSzPts val="1400"/>
              <a:buFont typeface="Lato"/>
              <a:buChar char="○"/>
              <a:defRPr/>
            </a:lvl8pPr>
            <a:lvl9pPr indent="-317500" lvl="8" marL="4114800">
              <a:spcBef>
                <a:spcPts val="0"/>
              </a:spcBef>
              <a:spcAft>
                <a:spcPts val="0"/>
              </a:spcAft>
              <a:buClr>
                <a:schemeClr val="dk1"/>
              </a:buClr>
              <a:buSzPts val="1400"/>
              <a:buFont typeface="Lato"/>
              <a:buChar char="■"/>
              <a:defRPr/>
            </a:lvl9pPr>
          </a:lstStyle>
          <a:p/>
        </p:txBody>
      </p:sp>
      <p:cxnSp>
        <p:nvCxnSpPr>
          <p:cNvPr id="26" name="Google Shape;26;p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7" name="Google Shape;27;p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 name="Google Shape;28;p4"/>
          <p:cNvCxnSpPr/>
          <p:nvPr/>
        </p:nvCxnSpPr>
        <p:spPr>
          <a:xfrm>
            <a:off x="6884900" y="-113600"/>
            <a:ext cx="2565600" cy="1306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5"/>
          <p:cNvSpPr txBox="1"/>
          <p:nvPr>
            <p:ph type="title"/>
          </p:nvPr>
        </p:nvSpPr>
        <p:spPr>
          <a:xfrm>
            <a:off x="713225" y="445025"/>
            <a:ext cx="56811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5"/>
          <p:cNvSpPr txBox="1"/>
          <p:nvPr>
            <p:ph idx="1" type="subTitle"/>
          </p:nvPr>
        </p:nvSpPr>
        <p:spPr>
          <a:xfrm>
            <a:off x="5038975" y="2649025"/>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32" name="Google Shape;32;p5"/>
          <p:cNvSpPr txBox="1"/>
          <p:nvPr>
            <p:ph idx="2" type="subTitle"/>
          </p:nvPr>
        </p:nvSpPr>
        <p:spPr>
          <a:xfrm>
            <a:off x="50389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 name="Google Shape;33;p5"/>
          <p:cNvSpPr txBox="1"/>
          <p:nvPr>
            <p:ph idx="3" type="subTitle"/>
          </p:nvPr>
        </p:nvSpPr>
        <p:spPr>
          <a:xfrm>
            <a:off x="1693175" y="2649025"/>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34" name="Google Shape;34;p5"/>
          <p:cNvSpPr txBox="1"/>
          <p:nvPr>
            <p:ph idx="4" type="subTitle"/>
          </p:nvPr>
        </p:nvSpPr>
        <p:spPr>
          <a:xfrm>
            <a:off x="16931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5" name="Google Shape;35;p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 name="Google Shape;36;p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7" name="Google Shape;37;p5"/>
          <p:cNvCxnSpPr/>
          <p:nvPr/>
        </p:nvCxnSpPr>
        <p:spPr>
          <a:xfrm flipH="1">
            <a:off x="6935750" y="3931325"/>
            <a:ext cx="2549400" cy="13545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6"/>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40" name="Google Shape;40;p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 name="Google Shape;41;p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2" name="Shape 42"/>
        <p:cNvGrpSpPr/>
        <p:nvPr/>
      </p:nvGrpSpPr>
      <p:grpSpPr>
        <a:xfrm>
          <a:off x="0" y="0"/>
          <a:ext cx="0" cy="0"/>
          <a:chOff x="0" y="0"/>
          <a:chExt cx="0" cy="0"/>
        </a:xfrm>
      </p:grpSpPr>
      <p:sp>
        <p:nvSpPr>
          <p:cNvPr id="43" name="Google Shape;43;p7"/>
          <p:cNvSpPr txBox="1"/>
          <p:nvPr>
            <p:ph idx="1" type="subTitle"/>
          </p:nvPr>
        </p:nvSpPr>
        <p:spPr>
          <a:xfrm>
            <a:off x="2360375" y="1433050"/>
            <a:ext cx="1725300" cy="357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9pPr>
          </a:lstStyle>
          <a:p/>
        </p:txBody>
      </p:sp>
      <p:sp>
        <p:nvSpPr>
          <p:cNvPr id="44" name="Google Shape;44;p7"/>
          <p:cNvSpPr txBox="1"/>
          <p:nvPr>
            <p:ph idx="2" type="subTitle"/>
          </p:nvPr>
        </p:nvSpPr>
        <p:spPr>
          <a:xfrm>
            <a:off x="2247500" y="1790050"/>
            <a:ext cx="5160300" cy="2402100"/>
          </a:xfrm>
          <a:prstGeom prst="rect">
            <a:avLst/>
          </a:prstGeom>
        </p:spPr>
        <p:txBody>
          <a:bodyPr anchorCtr="0" anchor="t" bIns="91425" lIns="91425" spcFirstLastPara="1" rIns="91425" wrap="square" tIns="91425">
            <a:noAutofit/>
          </a:bodyPr>
          <a:lstStyle>
            <a:lvl1pPr lvl="0" marR="50800" rtl="0">
              <a:lnSpc>
                <a:spcPct val="166000"/>
              </a:lnSpc>
              <a:spcBef>
                <a:spcPts val="0"/>
              </a:spcBef>
              <a:spcAft>
                <a:spcPts val="0"/>
              </a:spcAft>
              <a:buClr>
                <a:schemeClr val="accent1"/>
              </a:buClr>
              <a:buSzPts val="1400"/>
              <a:buChar char="●"/>
              <a:defRPr sz="1400">
                <a:solidFill>
                  <a:srgbClr val="374957"/>
                </a:solidFill>
              </a:defRPr>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45" name="Google Shape;45;p7"/>
          <p:cNvSpPr txBox="1"/>
          <p:nvPr>
            <p:ph type="title"/>
          </p:nvPr>
        </p:nvSpPr>
        <p:spPr>
          <a:xfrm>
            <a:off x="713225" y="445025"/>
            <a:ext cx="4297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46" name="Google Shape;46;p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7" name="Google Shape;47;p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1122500" y="1225400"/>
            <a:ext cx="6899100" cy="2692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50" name="Google Shape;50;p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1" name="Google Shape;51;p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2" name="Google Shape;52;p8"/>
          <p:cNvCxnSpPr/>
          <p:nvPr/>
        </p:nvCxnSpPr>
        <p:spPr>
          <a:xfrm flipH="1">
            <a:off x="7093250" y="3935075"/>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53" name="Google Shape;53;p8"/>
          <p:cNvCxnSpPr/>
          <p:nvPr/>
        </p:nvCxnSpPr>
        <p:spPr>
          <a:xfrm flipH="1">
            <a:off x="-420450" y="-121600"/>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4" name="Shape 54"/>
        <p:cNvGrpSpPr/>
        <p:nvPr/>
      </p:nvGrpSpPr>
      <p:grpSpPr>
        <a:xfrm>
          <a:off x="0" y="0"/>
          <a:ext cx="0" cy="0"/>
          <a:chOff x="0" y="0"/>
          <a:chExt cx="0" cy="0"/>
        </a:xfrm>
      </p:grpSpPr>
      <p:sp>
        <p:nvSpPr>
          <p:cNvPr id="55" name="Google Shape;55;p9"/>
          <p:cNvSpPr txBox="1"/>
          <p:nvPr>
            <p:ph idx="1" type="subTitle"/>
          </p:nvPr>
        </p:nvSpPr>
        <p:spPr>
          <a:xfrm>
            <a:off x="89595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56" name="Google Shape;56;p9"/>
          <p:cNvSpPr txBox="1"/>
          <p:nvPr>
            <p:ph type="title"/>
          </p:nvPr>
        </p:nvSpPr>
        <p:spPr>
          <a:xfrm>
            <a:off x="713225" y="445025"/>
            <a:ext cx="5679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57" name="Google Shape;57;p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8" name="Google Shape;58;p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9" name="Google Shape;59;p9"/>
          <p:cNvCxnSpPr/>
          <p:nvPr/>
        </p:nvCxnSpPr>
        <p:spPr>
          <a:xfrm flipH="1">
            <a:off x="5925450" y="2797500"/>
            <a:ext cx="3378000" cy="24669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 name="Shape 60"/>
        <p:cNvGrpSpPr/>
        <p:nvPr/>
      </p:nvGrpSpPr>
      <p:grpSpPr>
        <a:xfrm>
          <a:off x="0" y="0"/>
          <a:ext cx="0" cy="0"/>
          <a:chOff x="0" y="0"/>
          <a:chExt cx="0" cy="0"/>
        </a:xfrm>
      </p:grpSpPr>
      <p:sp>
        <p:nvSpPr>
          <p:cNvPr id="61" name="Google Shape;61;p10"/>
          <p:cNvSpPr txBox="1"/>
          <p:nvPr>
            <p:ph idx="1" type="body"/>
          </p:nvPr>
        </p:nvSpPr>
        <p:spPr>
          <a:xfrm>
            <a:off x="713225" y="539500"/>
            <a:ext cx="3557100" cy="977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sz="3000">
                <a:latin typeface="Vidaloka"/>
                <a:ea typeface="Vidaloka"/>
                <a:cs typeface="Vidaloka"/>
                <a:sym typeface="Vidaloka"/>
              </a:defRPr>
            </a:lvl1pPr>
          </a:lstStyle>
          <a:p/>
        </p:txBody>
      </p:sp>
      <p:cxnSp>
        <p:nvCxnSpPr>
          <p:cNvPr id="62" name="Google Shape;62;p1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3" name="Google Shape;63;p1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4" name="Google Shape;64;p10"/>
          <p:cNvCxnSpPr/>
          <p:nvPr/>
        </p:nvCxnSpPr>
        <p:spPr>
          <a:xfrm flipH="1" rot="10800000">
            <a:off x="6144975" y="3103725"/>
            <a:ext cx="3118200" cy="22011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5" name="Shape 65"/>
        <p:cNvGrpSpPr/>
        <p:nvPr/>
      </p:nvGrpSpPr>
      <p:grpSpPr>
        <a:xfrm>
          <a:off x="0" y="0"/>
          <a:ext cx="0" cy="0"/>
          <a:chOff x="0" y="0"/>
          <a:chExt cx="0" cy="0"/>
        </a:xfrm>
      </p:grpSpPr>
      <p:sp>
        <p:nvSpPr>
          <p:cNvPr id="66" name="Google Shape;66;p11"/>
          <p:cNvSpPr txBox="1"/>
          <p:nvPr>
            <p:ph hasCustomPrompt="1" type="title"/>
          </p:nvPr>
        </p:nvSpPr>
        <p:spPr>
          <a:xfrm>
            <a:off x="713225" y="1497763"/>
            <a:ext cx="7717500" cy="16443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0"/>
              <a:buNone/>
              <a:defRPr sz="120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7" name="Google Shape;67;p11"/>
          <p:cNvSpPr txBox="1"/>
          <p:nvPr>
            <p:ph idx="1" type="subTitle"/>
          </p:nvPr>
        </p:nvSpPr>
        <p:spPr>
          <a:xfrm>
            <a:off x="1514325" y="3278788"/>
            <a:ext cx="6120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cxnSp>
        <p:nvCxnSpPr>
          <p:cNvPr id="68" name="Google Shape;68;p1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9" name="Google Shape;69;p1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70" name="Google Shape;70;p1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71" name="Google Shape;71;p1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2" name="Shape 7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
  <p:cSld name="CUSTOM">
    <p:spTree>
      <p:nvGrpSpPr>
        <p:cNvPr id="73" name="Shape 73"/>
        <p:cNvGrpSpPr/>
        <p:nvPr/>
      </p:nvGrpSpPr>
      <p:grpSpPr>
        <a:xfrm>
          <a:off x="0" y="0"/>
          <a:ext cx="0" cy="0"/>
          <a:chOff x="0" y="0"/>
          <a:chExt cx="0" cy="0"/>
        </a:xfrm>
      </p:grpSpPr>
      <p:sp>
        <p:nvSpPr>
          <p:cNvPr id="74" name="Google Shape;74;p13"/>
          <p:cNvSpPr txBox="1"/>
          <p:nvPr>
            <p:ph type="title"/>
          </p:nvPr>
        </p:nvSpPr>
        <p:spPr>
          <a:xfrm>
            <a:off x="713225" y="445025"/>
            <a:ext cx="35838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5" name="Google Shape;75;p13"/>
          <p:cNvSpPr txBox="1"/>
          <p:nvPr>
            <p:ph idx="1" type="subTitle"/>
          </p:nvPr>
        </p:nvSpPr>
        <p:spPr>
          <a:xfrm>
            <a:off x="5001000" y="1942925"/>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6" name="Google Shape;76;p13"/>
          <p:cNvSpPr txBox="1"/>
          <p:nvPr>
            <p:ph idx="2" type="subTitle"/>
          </p:nvPr>
        </p:nvSpPr>
        <p:spPr>
          <a:xfrm>
            <a:off x="5001000" y="2255100"/>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7" name="Google Shape;77;p13"/>
          <p:cNvSpPr txBox="1"/>
          <p:nvPr>
            <p:ph idx="3" type="subTitle"/>
          </p:nvPr>
        </p:nvSpPr>
        <p:spPr>
          <a:xfrm>
            <a:off x="1655200" y="1942925"/>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8" name="Google Shape;78;p13"/>
          <p:cNvSpPr txBox="1"/>
          <p:nvPr>
            <p:ph idx="4" type="subTitle"/>
          </p:nvPr>
        </p:nvSpPr>
        <p:spPr>
          <a:xfrm>
            <a:off x="1655200" y="2255100"/>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9" name="Google Shape;79;p13"/>
          <p:cNvSpPr txBox="1"/>
          <p:nvPr>
            <p:ph idx="5" type="subTitle"/>
          </p:nvPr>
        </p:nvSpPr>
        <p:spPr>
          <a:xfrm>
            <a:off x="5001000" y="3723950"/>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80" name="Google Shape;80;p13"/>
          <p:cNvSpPr txBox="1"/>
          <p:nvPr>
            <p:ph idx="6" type="subTitle"/>
          </p:nvPr>
        </p:nvSpPr>
        <p:spPr>
          <a:xfrm>
            <a:off x="5001000" y="4036125"/>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1" name="Google Shape;81;p13"/>
          <p:cNvSpPr txBox="1"/>
          <p:nvPr>
            <p:ph idx="7" type="subTitle"/>
          </p:nvPr>
        </p:nvSpPr>
        <p:spPr>
          <a:xfrm>
            <a:off x="1655200" y="3723950"/>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82" name="Google Shape;82;p13"/>
          <p:cNvSpPr txBox="1"/>
          <p:nvPr>
            <p:ph idx="8" type="subTitle"/>
          </p:nvPr>
        </p:nvSpPr>
        <p:spPr>
          <a:xfrm>
            <a:off x="1655250" y="4036125"/>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3" name="Google Shape;83;p13"/>
          <p:cNvSpPr txBox="1"/>
          <p:nvPr>
            <p:ph hasCustomPrompt="1" idx="9" type="title"/>
          </p:nvPr>
        </p:nvSpPr>
        <p:spPr>
          <a:xfrm>
            <a:off x="2378650" y="130358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4" name="Google Shape;84;p13"/>
          <p:cNvSpPr txBox="1"/>
          <p:nvPr>
            <p:ph hasCustomPrompt="1" idx="13" type="title"/>
          </p:nvPr>
        </p:nvSpPr>
        <p:spPr>
          <a:xfrm>
            <a:off x="5724450" y="130358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5" name="Google Shape;85;p13"/>
          <p:cNvSpPr txBox="1"/>
          <p:nvPr>
            <p:ph hasCustomPrompt="1" idx="14" type="title"/>
          </p:nvPr>
        </p:nvSpPr>
        <p:spPr>
          <a:xfrm>
            <a:off x="2378700" y="308273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6" name="Google Shape;86;p13"/>
          <p:cNvSpPr txBox="1"/>
          <p:nvPr>
            <p:ph hasCustomPrompt="1" idx="15" type="title"/>
          </p:nvPr>
        </p:nvSpPr>
        <p:spPr>
          <a:xfrm>
            <a:off x="5724450" y="308273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cxnSp>
        <p:nvCxnSpPr>
          <p:cNvPr id="87" name="Google Shape;87;p1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8" name="Google Shape;88;p1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spTree>
      <p:nvGrpSpPr>
        <p:cNvPr id="89" name="Shape 89"/>
        <p:cNvGrpSpPr/>
        <p:nvPr/>
      </p:nvGrpSpPr>
      <p:grpSpPr>
        <a:xfrm>
          <a:off x="0" y="0"/>
          <a:ext cx="0" cy="0"/>
          <a:chOff x="0" y="0"/>
          <a:chExt cx="0" cy="0"/>
        </a:xfrm>
      </p:grpSpPr>
      <p:sp>
        <p:nvSpPr>
          <p:cNvPr id="90" name="Google Shape;90;p14"/>
          <p:cNvSpPr txBox="1"/>
          <p:nvPr>
            <p:ph type="title"/>
          </p:nvPr>
        </p:nvSpPr>
        <p:spPr>
          <a:xfrm>
            <a:off x="2410500" y="2932775"/>
            <a:ext cx="4323000" cy="49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91" name="Google Shape;91;p14"/>
          <p:cNvSpPr txBox="1"/>
          <p:nvPr>
            <p:ph idx="1" type="subTitle"/>
          </p:nvPr>
        </p:nvSpPr>
        <p:spPr>
          <a:xfrm>
            <a:off x="1842900" y="1661963"/>
            <a:ext cx="5458200" cy="997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92" name="Google Shape;92;p1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3" name="Google Shape;93;p1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3">
    <p:spTree>
      <p:nvGrpSpPr>
        <p:cNvPr id="94" name="Shape 94"/>
        <p:cNvGrpSpPr/>
        <p:nvPr/>
      </p:nvGrpSpPr>
      <p:grpSpPr>
        <a:xfrm>
          <a:off x="0" y="0"/>
          <a:ext cx="0" cy="0"/>
          <a:chOff x="0" y="0"/>
          <a:chExt cx="0" cy="0"/>
        </a:xfrm>
      </p:grpSpPr>
      <p:sp>
        <p:nvSpPr>
          <p:cNvPr id="95" name="Google Shape;95;p15"/>
          <p:cNvSpPr txBox="1"/>
          <p:nvPr>
            <p:ph type="title"/>
          </p:nvPr>
        </p:nvSpPr>
        <p:spPr>
          <a:xfrm>
            <a:off x="1994850" y="1697488"/>
            <a:ext cx="5154300" cy="1125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9000"/>
              <a:buNone/>
              <a:defRPr sz="9000"/>
            </a:lvl1pPr>
            <a:lvl2pPr lvl="1" rtl="0" algn="ctr">
              <a:spcBef>
                <a:spcPts val="0"/>
              </a:spcBef>
              <a:spcAft>
                <a:spcPts val="0"/>
              </a:spcAft>
              <a:buSzPts val="9000"/>
              <a:buNone/>
              <a:defRPr sz="9000"/>
            </a:lvl2pPr>
            <a:lvl3pPr lvl="2" rtl="0" algn="ctr">
              <a:spcBef>
                <a:spcPts val="0"/>
              </a:spcBef>
              <a:spcAft>
                <a:spcPts val="0"/>
              </a:spcAft>
              <a:buSzPts val="9000"/>
              <a:buNone/>
              <a:defRPr sz="9000"/>
            </a:lvl3pPr>
            <a:lvl4pPr lvl="3" rtl="0" algn="ctr">
              <a:spcBef>
                <a:spcPts val="0"/>
              </a:spcBef>
              <a:spcAft>
                <a:spcPts val="0"/>
              </a:spcAft>
              <a:buSzPts val="9000"/>
              <a:buNone/>
              <a:defRPr sz="9000"/>
            </a:lvl4pPr>
            <a:lvl5pPr lvl="4" rtl="0" algn="ctr">
              <a:spcBef>
                <a:spcPts val="0"/>
              </a:spcBef>
              <a:spcAft>
                <a:spcPts val="0"/>
              </a:spcAft>
              <a:buSzPts val="9000"/>
              <a:buNone/>
              <a:defRPr sz="9000"/>
            </a:lvl5pPr>
            <a:lvl6pPr lvl="5" rtl="0" algn="ctr">
              <a:spcBef>
                <a:spcPts val="0"/>
              </a:spcBef>
              <a:spcAft>
                <a:spcPts val="0"/>
              </a:spcAft>
              <a:buSzPts val="9000"/>
              <a:buNone/>
              <a:defRPr sz="9000"/>
            </a:lvl6pPr>
            <a:lvl7pPr lvl="6" rtl="0" algn="ctr">
              <a:spcBef>
                <a:spcPts val="0"/>
              </a:spcBef>
              <a:spcAft>
                <a:spcPts val="0"/>
              </a:spcAft>
              <a:buSzPts val="9000"/>
              <a:buNone/>
              <a:defRPr sz="9000"/>
            </a:lvl7pPr>
            <a:lvl8pPr lvl="7" rtl="0" algn="ctr">
              <a:spcBef>
                <a:spcPts val="0"/>
              </a:spcBef>
              <a:spcAft>
                <a:spcPts val="0"/>
              </a:spcAft>
              <a:buSzPts val="9000"/>
              <a:buNone/>
              <a:defRPr sz="9000"/>
            </a:lvl8pPr>
            <a:lvl9pPr lvl="8" rtl="0" algn="ctr">
              <a:spcBef>
                <a:spcPts val="0"/>
              </a:spcBef>
              <a:spcAft>
                <a:spcPts val="0"/>
              </a:spcAft>
              <a:buSzPts val="9000"/>
              <a:buNone/>
              <a:defRPr sz="9000"/>
            </a:lvl9pPr>
          </a:lstStyle>
          <a:p/>
        </p:txBody>
      </p:sp>
      <p:sp>
        <p:nvSpPr>
          <p:cNvPr id="96" name="Google Shape;96;p15"/>
          <p:cNvSpPr txBox="1"/>
          <p:nvPr>
            <p:ph idx="1" type="subTitle"/>
          </p:nvPr>
        </p:nvSpPr>
        <p:spPr>
          <a:xfrm>
            <a:off x="2299500" y="2972150"/>
            <a:ext cx="4545000" cy="55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cxnSp>
        <p:nvCxnSpPr>
          <p:cNvPr id="97" name="Google Shape;97;p1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8" name="Google Shape;98;p1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99" name="Shape 99"/>
        <p:cNvGrpSpPr/>
        <p:nvPr/>
      </p:nvGrpSpPr>
      <p:grpSpPr>
        <a:xfrm>
          <a:off x="0" y="0"/>
          <a:ext cx="0" cy="0"/>
          <a:chOff x="0" y="0"/>
          <a:chExt cx="0" cy="0"/>
        </a:xfrm>
      </p:grpSpPr>
      <p:sp>
        <p:nvSpPr>
          <p:cNvPr id="100" name="Google Shape;100;p16"/>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01" name="Google Shape;101;p1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02" name="Google Shape;102;p1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03" name="Google Shape;103;p16"/>
          <p:cNvCxnSpPr/>
          <p:nvPr/>
        </p:nvCxnSpPr>
        <p:spPr>
          <a:xfrm>
            <a:off x="7207350" y="-153175"/>
            <a:ext cx="2120400" cy="12738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04" name="Shape 104"/>
        <p:cNvGrpSpPr/>
        <p:nvPr/>
      </p:nvGrpSpPr>
      <p:grpSpPr>
        <a:xfrm>
          <a:off x="0" y="0"/>
          <a:ext cx="0" cy="0"/>
          <a:chOff x="0" y="0"/>
          <a:chExt cx="0" cy="0"/>
        </a:xfrm>
      </p:grpSpPr>
      <p:sp>
        <p:nvSpPr>
          <p:cNvPr id="105" name="Google Shape;105;p17"/>
          <p:cNvSpPr txBox="1"/>
          <p:nvPr>
            <p:ph type="title"/>
          </p:nvPr>
        </p:nvSpPr>
        <p:spPr>
          <a:xfrm>
            <a:off x="4956100" y="2467375"/>
            <a:ext cx="2475300" cy="648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06" name="Google Shape;106;p17"/>
          <p:cNvSpPr txBox="1"/>
          <p:nvPr>
            <p:ph hasCustomPrompt="1" idx="2" type="title"/>
          </p:nvPr>
        </p:nvSpPr>
        <p:spPr>
          <a:xfrm>
            <a:off x="4956100" y="1402325"/>
            <a:ext cx="1650900" cy="9783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107" name="Google Shape;107;p17"/>
          <p:cNvSpPr txBox="1"/>
          <p:nvPr>
            <p:ph idx="1" type="subTitle"/>
          </p:nvPr>
        </p:nvSpPr>
        <p:spPr>
          <a:xfrm>
            <a:off x="4956100" y="3116275"/>
            <a:ext cx="24753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108" name="Google Shape;108;p1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09" name="Google Shape;109;p1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0" name="Google Shape;110;p17"/>
          <p:cNvCxnSpPr/>
          <p:nvPr/>
        </p:nvCxnSpPr>
        <p:spPr>
          <a:xfrm>
            <a:off x="-209600" y="2402450"/>
            <a:ext cx="3144300" cy="27897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3_1">
    <p:spTree>
      <p:nvGrpSpPr>
        <p:cNvPr id="111" name="Shape 111"/>
        <p:cNvGrpSpPr/>
        <p:nvPr/>
      </p:nvGrpSpPr>
      <p:grpSpPr>
        <a:xfrm>
          <a:off x="0" y="0"/>
          <a:ext cx="0" cy="0"/>
          <a:chOff x="0" y="0"/>
          <a:chExt cx="0" cy="0"/>
        </a:xfrm>
      </p:grpSpPr>
      <p:sp>
        <p:nvSpPr>
          <p:cNvPr id="112" name="Google Shape;112;p18"/>
          <p:cNvSpPr txBox="1"/>
          <p:nvPr>
            <p:ph type="title"/>
          </p:nvPr>
        </p:nvSpPr>
        <p:spPr>
          <a:xfrm>
            <a:off x="1043725" y="1185550"/>
            <a:ext cx="3123000" cy="20193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3" name="Google Shape;113;p18"/>
          <p:cNvSpPr txBox="1"/>
          <p:nvPr>
            <p:ph idx="1" type="subTitle"/>
          </p:nvPr>
        </p:nvSpPr>
        <p:spPr>
          <a:xfrm>
            <a:off x="1043725" y="3360938"/>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114" name="Google Shape;114;p1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5" name="Google Shape;115;p1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6" name="Google Shape;116;p18"/>
          <p:cNvCxnSpPr/>
          <p:nvPr/>
        </p:nvCxnSpPr>
        <p:spPr>
          <a:xfrm>
            <a:off x="5322650" y="-80625"/>
            <a:ext cx="4005000" cy="20073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4">
    <p:spTree>
      <p:nvGrpSpPr>
        <p:cNvPr id="117" name="Shape 117"/>
        <p:cNvGrpSpPr/>
        <p:nvPr/>
      </p:nvGrpSpPr>
      <p:grpSpPr>
        <a:xfrm>
          <a:off x="0" y="0"/>
          <a:ext cx="0" cy="0"/>
          <a:chOff x="0" y="0"/>
          <a:chExt cx="0" cy="0"/>
        </a:xfrm>
      </p:grpSpPr>
      <p:sp>
        <p:nvSpPr>
          <p:cNvPr id="118" name="Google Shape;118;p19"/>
          <p:cNvSpPr txBox="1"/>
          <p:nvPr>
            <p:ph idx="1" type="subTitle"/>
          </p:nvPr>
        </p:nvSpPr>
        <p:spPr>
          <a:xfrm>
            <a:off x="3509000" y="2636125"/>
            <a:ext cx="212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19" name="Google Shape;119;p19"/>
          <p:cNvSpPr txBox="1"/>
          <p:nvPr>
            <p:ph idx="2" type="subTitle"/>
          </p:nvPr>
        </p:nvSpPr>
        <p:spPr>
          <a:xfrm>
            <a:off x="3509025" y="2976125"/>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0" name="Google Shape;120;p19"/>
          <p:cNvSpPr txBox="1"/>
          <p:nvPr>
            <p:ph idx="3" type="subTitle"/>
          </p:nvPr>
        </p:nvSpPr>
        <p:spPr>
          <a:xfrm>
            <a:off x="953025" y="2636125"/>
            <a:ext cx="212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21" name="Google Shape;121;p19"/>
          <p:cNvSpPr txBox="1"/>
          <p:nvPr>
            <p:ph idx="4" type="subTitle"/>
          </p:nvPr>
        </p:nvSpPr>
        <p:spPr>
          <a:xfrm>
            <a:off x="953125" y="2976125"/>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2" name="Google Shape;122;p19"/>
          <p:cNvSpPr txBox="1"/>
          <p:nvPr>
            <p:ph idx="5" type="subTitle"/>
          </p:nvPr>
        </p:nvSpPr>
        <p:spPr>
          <a:xfrm>
            <a:off x="6064875" y="2636125"/>
            <a:ext cx="212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23" name="Google Shape;123;p19"/>
          <p:cNvSpPr txBox="1"/>
          <p:nvPr>
            <p:ph idx="6" type="subTitle"/>
          </p:nvPr>
        </p:nvSpPr>
        <p:spPr>
          <a:xfrm>
            <a:off x="6064875" y="2976125"/>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4" name="Google Shape;124;p19"/>
          <p:cNvSpPr txBox="1"/>
          <p:nvPr>
            <p:ph type="title"/>
          </p:nvPr>
        </p:nvSpPr>
        <p:spPr>
          <a:xfrm>
            <a:off x="713225" y="445025"/>
            <a:ext cx="665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125" name="Google Shape;125;p1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6" name="Google Shape;126;p1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4_2_1">
    <p:spTree>
      <p:nvGrpSpPr>
        <p:cNvPr id="127" name="Shape 127"/>
        <p:cNvGrpSpPr/>
        <p:nvPr/>
      </p:nvGrpSpPr>
      <p:grpSpPr>
        <a:xfrm>
          <a:off x="0" y="0"/>
          <a:ext cx="0" cy="0"/>
          <a:chOff x="0" y="0"/>
          <a:chExt cx="0" cy="0"/>
        </a:xfrm>
      </p:grpSpPr>
      <p:sp>
        <p:nvSpPr>
          <p:cNvPr id="128" name="Google Shape;128;p20"/>
          <p:cNvSpPr txBox="1"/>
          <p:nvPr>
            <p:ph idx="1" type="subTitle"/>
          </p:nvPr>
        </p:nvSpPr>
        <p:spPr>
          <a:xfrm>
            <a:off x="3718325" y="3391775"/>
            <a:ext cx="16428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29" name="Google Shape;129;p20"/>
          <p:cNvSpPr txBox="1"/>
          <p:nvPr>
            <p:ph idx="2" type="subTitle"/>
          </p:nvPr>
        </p:nvSpPr>
        <p:spPr>
          <a:xfrm>
            <a:off x="3617675" y="3731775"/>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130" name="Google Shape;130;p20"/>
          <p:cNvSpPr txBox="1"/>
          <p:nvPr>
            <p:ph idx="3" type="subTitle"/>
          </p:nvPr>
        </p:nvSpPr>
        <p:spPr>
          <a:xfrm>
            <a:off x="1328025" y="3391775"/>
            <a:ext cx="16428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31" name="Google Shape;131;p20"/>
          <p:cNvSpPr txBox="1"/>
          <p:nvPr>
            <p:ph idx="4" type="subTitle"/>
          </p:nvPr>
        </p:nvSpPr>
        <p:spPr>
          <a:xfrm>
            <a:off x="1227426" y="3731775"/>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132" name="Google Shape;132;p20"/>
          <p:cNvSpPr txBox="1"/>
          <p:nvPr>
            <p:ph idx="5" type="subTitle"/>
          </p:nvPr>
        </p:nvSpPr>
        <p:spPr>
          <a:xfrm>
            <a:off x="6108550" y="3391775"/>
            <a:ext cx="1643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33" name="Google Shape;133;p20"/>
          <p:cNvSpPr txBox="1"/>
          <p:nvPr>
            <p:ph idx="6" type="subTitle"/>
          </p:nvPr>
        </p:nvSpPr>
        <p:spPr>
          <a:xfrm>
            <a:off x="6008050" y="3731775"/>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134" name="Google Shape;134;p20"/>
          <p:cNvSpPr txBox="1"/>
          <p:nvPr>
            <p:ph type="title"/>
          </p:nvPr>
        </p:nvSpPr>
        <p:spPr>
          <a:xfrm>
            <a:off x="713225" y="445025"/>
            <a:ext cx="3188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135" name="Google Shape;135;p2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6" name="Google Shape;136;p2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4_1">
    <p:spTree>
      <p:nvGrpSpPr>
        <p:cNvPr id="137" name="Shape 137"/>
        <p:cNvGrpSpPr/>
        <p:nvPr/>
      </p:nvGrpSpPr>
      <p:grpSpPr>
        <a:xfrm>
          <a:off x="0" y="0"/>
          <a:ext cx="0" cy="0"/>
          <a:chOff x="0" y="0"/>
          <a:chExt cx="0" cy="0"/>
        </a:xfrm>
      </p:grpSpPr>
      <p:sp>
        <p:nvSpPr>
          <p:cNvPr id="138" name="Google Shape;138;p21"/>
          <p:cNvSpPr txBox="1"/>
          <p:nvPr>
            <p:ph idx="1" type="subTitle"/>
          </p:nvPr>
        </p:nvSpPr>
        <p:spPr>
          <a:xfrm>
            <a:off x="3414050" y="1811988"/>
            <a:ext cx="23160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139" name="Google Shape;139;p21"/>
          <p:cNvSpPr txBox="1"/>
          <p:nvPr>
            <p:ph idx="2" type="subTitle"/>
          </p:nvPr>
        </p:nvSpPr>
        <p:spPr>
          <a:xfrm>
            <a:off x="3564200" y="2152000"/>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40" name="Google Shape;140;p21"/>
          <p:cNvSpPr txBox="1"/>
          <p:nvPr>
            <p:ph idx="3" type="subTitle"/>
          </p:nvPr>
        </p:nvSpPr>
        <p:spPr>
          <a:xfrm>
            <a:off x="705725" y="1811988"/>
            <a:ext cx="23160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141" name="Google Shape;141;p21"/>
          <p:cNvSpPr txBox="1"/>
          <p:nvPr>
            <p:ph idx="4" type="subTitle"/>
          </p:nvPr>
        </p:nvSpPr>
        <p:spPr>
          <a:xfrm>
            <a:off x="855875" y="2152000"/>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42" name="Google Shape;142;p21"/>
          <p:cNvSpPr txBox="1"/>
          <p:nvPr>
            <p:ph idx="5" type="subTitle"/>
          </p:nvPr>
        </p:nvSpPr>
        <p:spPr>
          <a:xfrm>
            <a:off x="6122325" y="1811988"/>
            <a:ext cx="23160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143" name="Google Shape;143;p21"/>
          <p:cNvSpPr txBox="1"/>
          <p:nvPr>
            <p:ph idx="6" type="subTitle"/>
          </p:nvPr>
        </p:nvSpPr>
        <p:spPr>
          <a:xfrm>
            <a:off x="6272475" y="2152000"/>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44" name="Google Shape;144;p21"/>
          <p:cNvSpPr txBox="1"/>
          <p:nvPr>
            <p:ph idx="7" type="subTitle"/>
          </p:nvPr>
        </p:nvSpPr>
        <p:spPr>
          <a:xfrm>
            <a:off x="3414050" y="3543463"/>
            <a:ext cx="23160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145" name="Google Shape;145;p21"/>
          <p:cNvSpPr txBox="1"/>
          <p:nvPr>
            <p:ph idx="8" type="subTitle"/>
          </p:nvPr>
        </p:nvSpPr>
        <p:spPr>
          <a:xfrm>
            <a:off x="3564200" y="3883475"/>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46" name="Google Shape;146;p21"/>
          <p:cNvSpPr txBox="1"/>
          <p:nvPr>
            <p:ph idx="9" type="subTitle"/>
          </p:nvPr>
        </p:nvSpPr>
        <p:spPr>
          <a:xfrm>
            <a:off x="705725" y="3543463"/>
            <a:ext cx="23160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147" name="Google Shape;147;p21"/>
          <p:cNvSpPr txBox="1"/>
          <p:nvPr>
            <p:ph idx="13" type="subTitle"/>
          </p:nvPr>
        </p:nvSpPr>
        <p:spPr>
          <a:xfrm>
            <a:off x="855875" y="3883475"/>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48" name="Google Shape;148;p21"/>
          <p:cNvSpPr txBox="1"/>
          <p:nvPr>
            <p:ph idx="14" type="subTitle"/>
          </p:nvPr>
        </p:nvSpPr>
        <p:spPr>
          <a:xfrm>
            <a:off x="6122325" y="3543463"/>
            <a:ext cx="23160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149" name="Google Shape;149;p21"/>
          <p:cNvSpPr txBox="1"/>
          <p:nvPr>
            <p:ph idx="15" type="subTitle"/>
          </p:nvPr>
        </p:nvSpPr>
        <p:spPr>
          <a:xfrm>
            <a:off x="6272475" y="3883475"/>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50" name="Google Shape;150;p21"/>
          <p:cNvSpPr txBox="1"/>
          <p:nvPr>
            <p:ph type="title"/>
          </p:nvPr>
        </p:nvSpPr>
        <p:spPr>
          <a:xfrm>
            <a:off x="713225" y="445025"/>
            <a:ext cx="6080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151" name="Google Shape;151;p2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2" name="Google Shape;152;p2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4_1_1">
    <p:spTree>
      <p:nvGrpSpPr>
        <p:cNvPr id="153" name="Shape 153"/>
        <p:cNvGrpSpPr/>
        <p:nvPr/>
      </p:nvGrpSpPr>
      <p:grpSpPr>
        <a:xfrm>
          <a:off x="0" y="0"/>
          <a:ext cx="0" cy="0"/>
          <a:chOff x="0" y="0"/>
          <a:chExt cx="0" cy="0"/>
        </a:xfrm>
      </p:grpSpPr>
      <p:sp>
        <p:nvSpPr>
          <p:cNvPr id="154" name="Google Shape;154;p22"/>
          <p:cNvSpPr txBox="1"/>
          <p:nvPr>
            <p:ph idx="1" type="subTitle"/>
          </p:nvPr>
        </p:nvSpPr>
        <p:spPr>
          <a:xfrm>
            <a:off x="4916850" y="1970400"/>
            <a:ext cx="23160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55" name="Google Shape;155;p22"/>
          <p:cNvSpPr txBox="1"/>
          <p:nvPr>
            <p:ph idx="2" type="subTitle"/>
          </p:nvPr>
        </p:nvSpPr>
        <p:spPr>
          <a:xfrm>
            <a:off x="5058900" y="231041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56" name="Google Shape;156;p22"/>
          <p:cNvSpPr txBox="1"/>
          <p:nvPr>
            <p:ph idx="3" type="subTitle"/>
          </p:nvPr>
        </p:nvSpPr>
        <p:spPr>
          <a:xfrm>
            <a:off x="1911150" y="1970400"/>
            <a:ext cx="23160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57" name="Google Shape;157;p22"/>
          <p:cNvSpPr txBox="1"/>
          <p:nvPr>
            <p:ph idx="4" type="subTitle"/>
          </p:nvPr>
        </p:nvSpPr>
        <p:spPr>
          <a:xfrm>
            <a:off x="2053300" y="231041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58" name="Google Shape;158;p22"/>
          <p:cNvSpPr txBox="1"/>
          <p:nvPr>
            <p:ph idx="5" type="subTitle"/>
          </p:nvPr>
        </p:nvSpPr>
        <p:spPr>
          <a:xfrm>
            <a:off x="4916850" y="3625538"/>
            <a:ext cx="23160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59" name="Google Shape;159;p22"/>
          <p:cNvSpPr txBox="1"/>
          <p:nvPr>
            <p:ph idx="6" type="subTitle"/>
          </p:nvPr>
        </p:nvSpPr>
        <p:spPr>
          <a:xfrm>
            <a:off x="5058900" y="3965550"/>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60" name="Google Shape;160;p22"/>
          <p:cNvSpPr txBox="1"/>
          <p:nvPr>
            <p:ph idx="7" type="subTitle"/>
          </p:nvPr>
        </p:nvSpPr>
        <p:spPr>
          <a:xfrm>
            <a:off x="1911150" y="3625538"/>
            <a:ext cx="23160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61" name="Google Shape;161;p22"/>
          <p:cNvSpPr txBox="1"/>
          <p:nvPr>
            <p:ph idx="8" type="subTitle"/>
          </p:nvPr>
        </p:nvSpPr>
        <p:spPr>
          <a:xfrm>
            <a:off x="2053200" y="3965550"/>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62" name="Google Shape;162;p22"/>
          <p:cNvSpPr txBox="1"/>
          <p:nvPr>
            <p:ph type="title"/>
          </p:nvPr>
        </p:nvSpPr>
        <p:spPr>
          <a:xfrm>
            <a:off x="713225" y="445025"/>
            <a:ext cx="648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163" name="Google Shape;163;p2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4" name="Google Shape;164;p2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4_2_2">
    <p:spTree>
      <p:nvGrpSpPr>
        <p:cNvPr id="165" name="Shape 165"/>
        <p:cNvGrpSpPr/>
        <p:nvPr/>
      </p:nvGrpSpPr>
      <p:grpSpPr>
        <a:xfrm>
          <a:off x="0" y="0"/>
          <a:ext cx="0" cy="0"/>
          <a:chOff x="0" y="0"/>
          <a:chExt cx="0" cy="0"/>
        </a:xfrm>
      </p:grpSpPr>
      <p:sp>
        <p:nvSpPr>
          <p:cNvPr id="166" name="Google Shape;166;p23"/>
          <p:cNvSpPr txBox="1"/>
          <p:nvPr>
            <p:ph idx="1" type="subTitle"/>
          </p:nvPr>
        </p:nvSpPr>
        <p:spPr>
          <a:xfrm>
            <a:off x="3568125" y="2994600"/>
            <a:ext cx="20154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67" name="Google Shape;167;p23"/>
          <p:cNvSpPr txBox="1"/>
          <p:nvPr>
            <p:ph idx="2" type="subTitle"/>
          </p:nvPr>
        </p:nvSpPr>
        <p:spPr>
          <a:xfrm>
            <a:off x="3568125" y="3334600"/>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68" name="Google Shape;168;p23"/>
          <p:cNvSpPr txBox="1"/>
          <p:nvPr>
            <p:ph idx="3" type="subTitle"/>
          </p:nvPr>
        </p:nvSpPr>
        <p:spPr>
          <a:xfrm>
            <a:off x="1088350" y="2994600"/>
            <a:ext cx="20154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69" name="Google Shape;169;p23"/>
          <p:cNvSpPr txBox="1"/>
          <p:nvPr>
            <p:ph idx="4" type="subTitle"/>
          </p:nvPr>
        </p:nvSpPr>
        <p:spPr>
          <a:xfrm>
            <a:off x="1088450" y="3334600"/>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0" name="Google Shape;170;p23"/>
          <p:cNvSpPr txBox="1"/>
          <p:nvPr>
            <p:ph idx="5" type="subTitle"/>
          </p:nvPr>
        </p:nvSpPr>
        <p:spPr>
          <a:xfrm>
            <a:off x="6055450" y="2994600"/>
            <a:ext cx="20154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71" name="Google Shape;171;p23"/>
          <p:cNvSpPr txBox="1"/>
          <p:nvPr>
            <p:ph idx="6" type="subTitle"/>
          </p:nvPr>
        </p:nvSpPr>
        <p:spPr>
          <a:xfrm>
            <a:off x="6055450" y="3334600"/>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2" name="Google Shape;172;p23"/>
          <p:cNvSpPr txBox="1"/>
          <p:nvPr>
            <p:ph type="title"/>
          </p:nvPr>
        </p:nvSpPr>
        <p:spPr>
          <a:xfrm>
            <a:off x="713225" y="445025"/>
            <a:ext cx="4763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173" name="Google Shape;173;p2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74" name="Google Shape;174;p2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75" name="Google Shape;175;p23"/>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5">
    <p:spTree>
      <p:nvGrpSpPr>
        <p:cNvPr id="176" name="Shape 176"/>
        <p:cNvGrpSpPr/>
        <p:nvPr/>
      </p:nvGrpSpPr>
      <p:grpSpPr>
        <a:xfrm>
          <a:off x="0" y="0"/>
          <a:ext cx="0" cy="0"/>
          <a:chOff x="0" y="0"/>
          <a:chExt cx="0" cy="0"/>
        </a:xfrm>
      </p:grpSpPr>
      <p:sp>
        <p:nvSpPr>
          <p:cNvPr id="177" name="Google Shape;177;p24"/>
          <p:cNvSpPr txBox="1"/>
          <p:nvPr>
            <p:ph idx="1" type="subTitle"/>
          </p:nvPr>
        </p:nvSpPr>
        <p:spPr>
          <a:xfrm>
            <a:off x="4750187" y="1722900"/>
            <a:ext cx="2014800" cy="3570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78" name="Google Shape;178;p24"/>
          <p:cNvSpPr txBox="1"/>
          <p:nvPr>
            <p:ph idx="2" type="subTitle"/>
          </p:nvPr>
        </p:nvSpPr>
        <p:spPr>
          <a:xfrm>
            <a:off x="4750184" y="2062900"/>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9" name="Google Shape;179;p24"/>
          <p:cNvSpPr txBox="1"/>
          <p:nvPr>
            <p:ph idx="3" type="subTitle"/>
          </p:nvPr>
        </p:nvSpPr>
        <p:spPr>
          <a:xfrm>
            <a:off x="2306462" y="1722900"/>
            <a:ext cx="2014800" cy="357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80" name="Google Shape;180;p24"/>
          <p:cNvSpPr txBox="1"/>
          <p:nvPr>
            <p:ph idx="4" type="subTitle"/>
          </p:nvPr>
        </p:nvSpPr>
        <p:spPr>
          <a:xfrm>
            <a:off x="2306462" y="2062900"/>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81" name="Google Shape;181;p24"/>
          <p:cNvSpPr txBox="1"/>
          <p:nvPr>
            <p:ph idx="5" type="subTitle"/>
          </p:nvPr>
        </p:nvSpPr>
        <p:spPr>
          <a:xfrm>
            <a:off x="4750187" y="3158925"/>
            <a:ext cx="2014800" cy="3570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82" name="Google Shape;182;p24"/>
          <p:cNvSpPr txBox="1"/>
          <p:nvPr>
            <p:ph idx="6" type="subTitle"/>
          </p:nvPr>
        </p:nvSpPr>
        <p:spPr>
          <a:xfrm>
            <a:off x="4750184" y="3498925"/>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83" name="Google Shape;183;p24"/>
          <p:cNvSpPr txBox="1"/>
          <p:nvPr>
            <p:ph idx="7" type="subTitle"/>
          </p:nvPr>
        </p:nvSpPr>
        <p:spPr>
          <a:xfrm>
            <a:off x="2306462" y="3158925"/>
            <a:ext cx="2014800" cy="357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84" name="Google Shape;184;p24"/>
          <p:cNvSpPr txBox="1"/>
          <p:nvPr>
            <p:ph idx="8" type="subTitle"/>
          </p:nvPr>
        </p:nvSpPr>
        <p:spPr>
          <a:xfrm>
            <a:off x="2306462" y="3498925"/>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85" name="Google Shape;185;p24"/>
          <p:cNvSpPr txBox="1"/>
          <p:nvPr>
            <p:ph type="title"/>
          </p:nvPr>
        </p:nvSpPr>
        <p:spPr>
          <a:xfrm>
            <a:off x="713225" y="445025"/>
            <a:ext cx="2785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186" name="Google Shape;186;p2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7" name="Google Shape;187;p2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6">
    <p:spTree>
      <p:nvGrpSpPr>
        <p:cNvPr id="188" name="Shape 188"/>
        <p:cNvGrpSpPr/>
        <p:nvPr/>
      </p:nvGrpSpPr>
      <p:grpSpPr>
        <a:xfrm>
          <a:off x="0" y="0"/>
          <a:ext cx="0" cy="0"/>
          <a:chOff x="0" y="0"/>
          <a:chExt cx="0" cy="0"/>
        </a:xfrm>
      </p:grpSpPr>
      <p:sp>
        <p:nvSpPr>
          <p:cNvPr id="189" name="Google Shape;189;p25"/>
          <p:cNvSpPr txBox="1"/>
          <p:nvPr>
            <p:ph hasCustomPrompt="1" type="title"/>
          </p:nvPr>
        </p:nvSpPr>
        <p:spPr>
          <a:xfrm>
            <a:off x="2592925" y="71460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190" name="Google Shape;190;p25"/>
          <p:cNvSpPr txBox="1"/>
          <p:nvPr>
            <p:ph idx="1" type="subTitle"/>
          </p:nvPr>
        </p:nvSpPr>
        <p:spPr>
          <a:xfrm>
            <a:off x="2364984" y="134640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91" name="Google Shape;191;p25"/>
          <p:cNvSpPr txBox="1"/>
          <p:nvPr>
            <p:ph hasCustomPrompt="1" idx="2" type="title"/>
          </p:nvPr>
        </p:nvSpPr>
        <p:spPr>
          <a:xfrm>
            <a:off x="2592925" y="2063025"/>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192" name="Google Shape;192;p25"/>
          <p:cNvSpPr txBox="1"/>
          <p:nvPr>
            <p:ph idx="3" type="subTitle"/>
          </p:nvPr>
        </p:nvSpPr>
        <p:spPr>
          <a:xfrm>
            <a:off x="2364984" y="2694825"/>
            <a:ext cx="4414200" cy="37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93" name="Google Shape;193;p25"/>
          <p:cNvSpPr txBox="1"/>
          <p:nvPr>
            <p:ph hasCustomPrompt="1" idx="4" type="title"/>
          </p:nvPr>
        </p:nvSpPr>
        <p:spPr>
          <a:xfrm>
            <a:off x="2592925" y="341145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194" name="Google Shape;194;p25"/>
          <p:cNvSpPr txBox="1"/>
          <p:nvPr>
            <p:ph idx="5" type="subTitle"/>
          </p:nvPr>
        </p:nvSpPr>
        <p:spPr>
          <a:xfrm>
            <a:off x="2364950" y="404325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95" name="Google Shape;195;p2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6" name="Google Shape;196;p2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7_1">
    <p:spTree>
      <p:nvGrpSpPr>
        <p:cNvPr id="197" name="Shape 197"/>
        <p:cNvGrpSpPr/>
        <p:nvPr/>
      </p:nvGrpSpPr>
      <p:grpSpPr>
        <a:xfrm>
          <a:off x="0" y="0"/>
          <a:ext cx="0" cy="0"/>
          <a:chOff x="0" y="0"/>
          <a:chExt cx="0" cy="0"/>
        </a:xfrm>
      </p:grpSpPr>
      <p:sp>
        <p:nvSpPr>
          <p:cNvPr id="198" name="Google Shape;198;p26"/>
          <p:cNvSpPr txBox="1"/>
          <p:nvPr>
            <p:ph type="title"/>
          </p:nvPr>
        </p:nvSpPr>
        <p:spPr>
          <a:xfrm>
            <a:off x="803750" y="2025800"/>
            <a:ext cx="4087500" cy="6732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99" name="Google Shape;199;p26"/>
          <p:cNvSpPr txBox="1"/>
          <p:nvPr>
            <p:ph idx="1" type="subTitle"/>
          </p:nvPr>
        </p:nvSpPr>
        <p:spPr>
          <a:xfrm>
            <a:off x="803750" y="2693525"/>
            <a:ext cx="3159300" cy="55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Font typeface="Josefin Sans"/>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00" name="Google Shape;200;p2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1" name="Google Shape;201;p2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7_2">
    <p:spTree>
      <p:nvGrpSpPr>
        <p:cNvPr id="202" name="Shape 202"/>
        <p:cNvGrpSpPr/>
        <p:nvPr/>
      </p:nvGrpSpPr>
      <p:grpSpPr>
        <a:xfrm>
          <a:off x="0" y="0"/>
          <a:ext cx="0" cy="0"/>
          <a:chOff x="0" y="0"/>
          <a:chExt cx="0" cy="0"/>
        </a:xfrm>
      </p:grpSpPr>
      <p:sp>
        <p:nvSpPr>
          <p:cNvPr id="203" name="Google Shape;203;p27"/>
          <p:cNvSpPr txBox="1"/>
          <p:nvPr>
            <p:ph type="title"/>
          </p:nvPr>
        </p:nvSpPr>
        <p:spPr>
          <a:xfrm>
            <a:off x="4490150" y="2047725"/>
            <a:ext cx="3364200" cy="6288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3000"/>
              <a:buNone/>
              <a:defRPr>
                <a:latin typeface="Open Sans SemiBold"/>
                <a:ea typeface="Open Sans SemiBold"/>
                <a:cs typeface="Open Sans SemiBold"/>
                <a:sym typeface="Open Sans SemiBold"/>
              </a:defRPr>
            </a:lvl2pPr>
            <a:lvl3pPr lvl="2" rtl="0">
              <a:spcBef>
                <a:spcPts val="0"/>
              </a:spcBef>
              <a:spcAft>
                <a:spcPts val="0"/>
              </a:spcAft>
              <a:buSzPts val="3000"/>
              <a:buNone/>
              <a:defRPr>
                <a:latin typeface="Open Sans SemiBold"/>
                <a:ea typeface="Open Sans SemiBold"/>
                <a:cs typeface="Open Sans SemiBold"/>
                <a:sym typeface="Open Sans SemiBold"/>
              </a:defRPr>
            </a:lvl3pPr>
            <a:lvl4pPr lvl="3" rtl="0">
              <a:spcBef>
                <a:spcPts val="0"/>
              </a:spcBef>
              <a:spcAft>
                <a:spcPts val="0"/>
              </a:spcAft>
              <a:buSzPts val="3000"/>
              <a:buNone/>
              <a:defRPr>
                <a:latin typeface="Open Sans SemiBold"/>
                <a:ea typeface="Open Sans SemiBold"/>
                <a:cs typeface="Open Sans SemiBold"/>
                <a:sym typeface="Open Sans SemiBold"/>
              </a:defRPr>
            </a:lvl4pPr>
            <a:lvl5pPr lvl="4" rtl="0">
              <a:spcBef>
                <a:spcPts val="0"/>
              </a:spcBef>
              <a:spcAft>
                <a:spcPts val="0"/>
              </a:spcAft>
              <a:buSzPts val="3000"/>
              <a:buNone/>
              <a:defRPr>
                <a:latin typeface="Open Sans SemiBold"/>
                <a:ea typeface="Open Sans SemiBold"/>
                <a:cs typeface="Open Sans SemiBold"/>
                <a:sym typeface="Open Sans SemiBold"/>
              </a:defRPr>
            </a:lvl5pPr>
            <a:lvl6pPr lvl="5" rtl="0">
              <a:spcBef>
                <a:spcPts val="0"/>
              </a:spcBef>
              <a:spcAft>
                <a:spcPts val="0"/>
              </a:spcAft>
              <a:buSzPts val="3000"/>
              <a:buNone/>
              <a:defRPr>
                <a:latin typeface="Open Sans SemiBold"/>
                <a:ea typeface="Open Sans SemiBold"/>
                <a:cs typeface="Open Sans SemiBold"/>
                <a:sym typeface="Open Sans SemiBold"/>
              </a:defRPr>
            </a:lvl6pPr>
            <a:lvl7pPr lvl="6" rtl="0">
              <a:spcBef>
                <a:spcPts val="0"/>
              </a:spcBef>
              <a:spcAft>
                <a:spcPts val="0"/>
              </a:spcAft>
              <a:buSzPts val="3000"/>
              <a:buNone/>
              <a:defRPr>
                <a:latin typeface="Open Sans SemiBold"/>
                <a:ea typeface="Open Sans SemiBold"/>
                <a:cs typeface="Open Sans SemiBold"/>
                <a:sym typeface="Open Sans SemiBold"/>
              </a:defRPr>
            </a:lvl7pPr>
            <a:lvl8pPr lvl="7" rtl="0">
              <a:spcBef>
                <a:spcPts val="0"/>
              </a:spcBef>
              <a:spcAft>
                <a:spcPts val="0"/>
              </a:spcAft>
              <a:buSzPts val="3000"/>
              <a:buNone/>
              <a:defRPr>
                <a:latin typeface="Open Sans SemiBold"/>
                <a:ea typeface="Open Sans SemiBold"/>
                <a:cs typeface="Open Sans SemiBold"/>
                <a:sym typeface="Open Sans SemiBold"/>
              </a:defRPr>
            </a:lvl8pPr>
            <a:lvl9pPr lvl="8" rtl="0">
              <a:spcBef>
                <a:spcPts val="0"/>
              </a:spcBef>
              <a:spcAft>
                <a:spcPts val="0"/>
              </a:spcAft>
              <a:buSzPts val="3000"/>
              <a:buNone/>
              <a:defRPr>
                <a:latin typeface="Open Sans SemiBold"/>
                <a:ea typeface="Open Sans SemiBold"/>
                <a:cs typeface="Open Sans SemiBold"/>
                <a:sym typeface="Open Sans SemiBold"/>
              </a:defRPr>
            </a:lvl9pPr>
          </a:lstStyle>
          <a:p/>
        </p:txBody>
      </p:sp>
      <p:sp>
        <p:nvSpPr>
          <p:cNvPr id="204" name="Google Shape;204;p27"/>
          <p:cNvSpPr txBox="1"/>
          <p:nvPr>
            <p:ph idx="1" type="subTitle"/>
          </p:nvPr>
        </p:nvSpPr>
        <p:spPr>
          <a:xfrm>
            <a:off x="4855550" y="2694825"/>
            <a:ext cx="2998800" cy="558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600"/>
              <a:buFont typeface="Josefin Sans"/>
              <a:buNone/>
              <a:defRPr sz="1400"/>
            </a:lvl1pPr>
            <a:lvl2pPr lvl="1" rtl="0">
              <a:spcBef>
                <a:spcPts val="0"/>
              </a:spcBef>
              <a:spcAft>
                <a:spcPts val="0"/>
              </a:spcAft>
              <a:buSzPts val="1500"/>
              <a:buNone/>
              <a:defRPr sz="1500"/>
            </a:lvl2pPr>
            <a:lvl3pPr lvl="2" rtl="0">
              <a:spcBef>
                <a:spcPts val="0"/>
              </a:spcBef>
              <a:spcAft>
                <a:spcPts val="0"/>
              </a:spcAft>
              <a:buSzPts val="1500"/>
              <a:buNone/>
              <a:defRPr sz="1500"/>
            </a:lvl3pPr>
            <a:lvl4pPr lvl="3" rtl="0">
              <a:spcBef>
                <a:spcPts val="0"/>
              </a:spcBef>
              <a:spcAft>
                <a:spcPts val="0"/>
              </a:spcAft>
              <a:buSzPts val="1500"/>
              <a:buNone/>
              <a:defRPr sz="1500"/>
            </a:lvl4pPr>
            <a:lvl5pPr lvl="4" rtl="0">
              <a:spcBef>
                <a:spcPts val="0"/>
              </a:spcBef>
              <a:spcAft>
                <a:spcPts val="0"/>
              </a:spcAft>
              <a:buSzPts val="1500"/>
              <a:buNone/>
              <a:defRPr sz="1500"/>
            </a:lvl5pPr>
            <a:lvl6pPr lvl="5" rtl="0">
              <a:spcBef>
                <a:spcPts val="0"/>
              </a:spcBef>
              <a:spcAft>
                <a:spcPts val="0"/>
              </a:spcAft>
              <a:buSzPts val="1500"/>
              <a:buNone/>
              <a:defRPr sz="1500"/>
            </a:lvl6pPr>
            <a:lvl7pPr lvl="6" rtl="0">
              <a:spcBef>
                <a:spcPts val="0"/>
              </a:spcBef>
              <a:spcAft>
                <a:spcPts val="0"/>
              </a:spcAft>
              <a:buSzPts val="1500"/>
              <a:buNone/>
              <a:defRPr sz="1500"/>
            </a:lvl7pPr>
            <a:lvl8pPr lvl="7" rtl="0">
              <a:spcBef>
                <a:spcPts val="0"/>
              </a:spcBef>
              <a:spcAft>
                <a:spcPts val="0"/>
              </a:spcAft>
              <a:buSzPts val="1500"/>
              <a:buNone/>
              <a:defRPr sz="1500"/>
            </a:lvl8pPr>
            <a:lvl9pPr lvl="8" rtl="0">
              <a:spcBef>
                <a:spcPts val="0"/>
              </a:spcBef>
              <a:spcAft>
                <a:spcPts val="0"/>
              </a:spcAft>
              <a:buSzPts val="1500"/>
              <a:buNone/>
              <a:defRPr sz="1500"/>
            </a:lvl9pPr>
          </a:lstStyle>
          <a:p/>
        </p:txBody>
      </p:sp>
      <p:cxnSp>
        <p:nvCxnSpPr>
          <p:cNvPr id="205" name="Google Shape;205;p2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6" name="Google Shape;206;p2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CUSTOM_8">
    <p:spTree>
      <p:nvGrpSpPr>
        <p:cNvPr id="207" name="Shape 207"/>
        <p:cNvGrpSpPr/>
        <p:nvPr/>
      </p:nvGrpSpPr>
      <p:grpSpPr>
        <a:xfrm>
          <a:off x="0" y="0"/>
          <a:ext cx="0" cy="0"/>
          <a:chOff x="0" y="0"/>
          <a:chExt cx="0" cy="0"/>
        </a:xfrm>
      </p:grpSpPr>
      <p:sp>
        <p:nvSpPr>
          <p:cNvPr id="208" name="Google Shape;208;p28"/>
          <p:cNvSpPr txBox="1"/>
          <p:nvPr>
            <p:ph idx="1" type="subTitle"/>
          </p:nvPr>
        </p:nvSpPr>
        <p:spPr>
          <a:xfrm>
            <a:off x="4166800" y="1453525"/>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209" name="Google Shape;209;p28"/>
          <p:cNvSpPr txBox="1"/>
          <p:nvPr>
            <p:ph type="title"/>
          </p:nvPr>
        </p:nvSpPr>
        <p:spPr>
          <a:xfrm>
            <a:off x="713225" y="445025"/>
            <a:ext cx="4502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10" name="Google Shape;210;p2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1" name="Google Shape;211;p2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2" name="Google Shape;212;p28"/>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9">
    <p:spTree>
      <p:nvGrpSpPr>
        <p:cNvPr id="213" name="Shape 213"/>
        <p:cNvGrpSpPr/>
        <p:nvPr/>
      </p:nvGrpSpPr>
      <p:grpSpPr>
        <a:xfrm>
          <a:off x="0" y="0"/>
          <a:ext cx="0" cy="0"/>
          <a:chOff x="0" y="0"/>
          <a:chExt cx="0" cy="0"/>
        </a:xfrm>
      </p:grpSpPr>
      <p:sp>
        <p:nvSpPr>
          <p:cNvPr id="214" name="Google Shape;214;p29"/>
          <p:cNvSpPr txBox="1"/>
          <p:nvPr>
            <p:ph idx="1" type="subTitle"/>
          </p:nvPr>
        </p:nvSpPr>
        <p:spPr>
          <a:xfrm>
            <a:off x="4816075"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15" name="Google Shape;215;p29"/>
          <p:cNvSpPr txBox="1"/>
          <p:nvPr>
            <p:ph idx="2" type="subTitle"/>
          </p:nvPr>
        </p:nvSpPr>
        <p:spPr>
          <a:xfrm>
            <a:off x="4816200"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16" name="Google Shape;216;p29"/>
          <p:cNvSpPr txBox="1"/>
          <p:nvPr>
            <p:ph idx="3" type="subTitle"/>
          </p:nvPr>
        </p:nvSpPr>
        <p:spPr>
          <a:xfrm>
            <a:off x="1385829"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17" name="Google Shape;217;p29"/>
          <p:cNvSpPr txBox="1"/>
          <p:nvPr>
            <p:ph idx="4" type="subTitle"/>
          </p:nvPr>
        </p:nvSpPr>
        <p:spPr>
          <a:xfrm>
            <a:off x="1386025"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18" name="Google Shape;218;p29"/>
          <p:cNvSpPr txBox="1"/>
          <p:nvPr>
            <p:ph type="title"/>
          </p:nvPr>
        </p:nvSpPr>
        <p:spPr>
          <a:xfrm>
            <a:off x="713225" y="445025"/>
            <a:ext cx="2729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19" name="Google Shape;219;p2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20" name="Google Shape;220;p2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
    <p:spTree>
      <p:nvGrpSpPr>
        <p:cNvPr id="221" name="Shape 221"/>
        <p:cNvGrpSpPr/>
        <p:nvPr/>
      </p:nvGrpSpPr>
      <p:grpSpPr>
        <a:xfrm>
          <a:off x="0" y="0"/>
          <a:ext cx="0" cy="0"/>
          <a:chOff x="0" y="0"/>
          <a:chExt cx="0" cy="0"/>
        </a:xfrm>
      </p:grpSpPr>
      <p:sp>
        <p:nvSpPr>
          <p:cNvPr id="222" name="Google Shape;222;p30"/>
          <p:cNvSpPr txBox="1"/>
          <p:nvPr>
            <p:ph type="title"/>
          </p:nvPr>
        </p:nvSpPr>
        <p:spPr>
          <a:xfrm>
            <a:off x="2832900" y="791200"/>
            <a:ext cx="3478200" cy="922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300"/>
              <a:buNone/>
              <a:defRPr sz="7000"/>
            </a:lvl1pPr>
            <a:lvl2pPr lvl="1" rtl="0" algn="ctr">
              <a:spcBef>
                <a:spcPts val="0"/>
              </a:spcBef>
              <a:spcAft>
                <a:spcPts val="0"/>
              </a:spcAft>
              <a:buSzPts val="3000"/>
              <a:buNone/>
              <a:defRPr>
                <a:latin typeface="Open Sans"/>
                <a:ea typeface="Open Sans"/>
                <a:cs typeface="Open Sans"/>
                <a:sym typeface="Open Sans"/>
              </a:defRPr>
            </a:lvl2pPr>
            <a:lvl3pPr lvl="2" rtl="0" algn="ctr">
              <a:spcBef>
                <a:spcPts val="0"/>
              </a:spcBef>
              <a:spcAft>
                <a:spcPts val="0"/>
              </a:spcAft>
              <a:buSzPts val="3000"/>
              <a:buNone/>
              <a:defRPr>
                <a:latin typeface="Open Sans"/>
                <a:ea typeface="Open Sans"/>
                <a:cs typeface="Open Sans"/>
                <a:sym typeface="Open Sans"/>
              </a:defRPr>
            </a:lvl3pPr>
            <a:lvl4pPr lvl="3" rtl="0" algn="ctr">
              <a:spcBef>
                <a:spcPts val="0"/>
              </a:spcBef>
              <a:spcAft>
                <a:spcPts val="0"/>
              </a:spcAft>
              <a:buSzPts val="3000"/>
              <a:buNone/>
              <a:defRPr>
                <a:latin typeface="Open Sans"/>
                <a:ea typeface="Open Sans"/>
                <a:cs typeface="Open Sans"/>
                <a:sym typeface="Open Sans"/>
              </a:defRPr>
            </a:lvl4pPr>
            <a:lvl5pPr lvl="4" rtl="0" algn="ctr">
              <a:spcBef>
                <a:spcPts val="0"/>
              </a:spcBef>
              <a:spcAft>
                <a:spcPts val="0"/>
              </a:spcAft>
              <a:buSzPts val="3000"/>
              <a:buNone/>
              <a:defRPr>
                <a:latin typeface="Open Sans"/>
                <a:ea typeface="Open Sans"/>
                <a:cs typeface="Open Sans"/>
                <a:sym typeface="Open Sans"/>
              </a:defRPr>
            </a:lvl5pPr>
            <a:lvl6pPr lvl="5" rtl="0" algn="ctr">
              <a:spcBef>
                <a:spcPts val="0"/>
              </a:spcBef>
              <a:spcAft>
                <a:spcPts val="0"/>
              </a:spcAft>
              <a:buSzPts val="3000"/>
              <a:buNone/>
              <a:defRPr>
                <a:latin typeface="Open Sans"/>
                <a:ea typeface="Open Sans"/>
                <a:cs typeface="Open Sans"/>
                <a:sym typeface="Open Sans"/>
              </a:defRPr>
            </a:lvl6pPr>
            <a:lvl7pPr lvl="6" rtl="0" algn="ctr">
              <a:spcBef>
                <a:spcPts val="0"/>
              </a:spcBef>
              <a:spcAft>
                <a:spcPts val="0"/>
              </a:spcAft>
              <a:buSzPts val="3000"/>
              <a:buNone/>
              <a:defRPr>
                <a:latin typeface="Open Sans"/>
                <a:ea typeface="Open Sans"/>
                <a:cs typeface="Open Sans"/>
                <a:sym typeface="Open Sans"/>
              </a:defRPr>
            </a:lvl7pPr>
            <a:lvl8pPr lvl="7" rtl="0" algn="ctr">
              <a:spcBef>
                <a:spcPts val="0"/>
              </a:spcBef>
              <a:spcAft>
                <a:spcPts val="0"/>
              </a:spcAft>
              <a:buSzPts val="3000"/>
              <a:buNone/>
              <a:defRPr>
                <a:latin typeface="Open Sans"/>
                <a:ea typeface="Open Sans"/>
                <a:cs typeface="Open Sans"/>
                <a:sym typeface="Open Sans"/>
              </a:defRPr>
            </a:lvl8pPr>
            <a:lvl9pPr lvl="8" rtl="0" algn="ctr">
              <a:spcBef>
                <a:spcPts val="0"/>
              </a:spcBef>
              <a:spcAft>
                <a:spcPts val="0"/>
              </a:spcAft>
              <a:buSzPts val="3000"/>
              <a:buNone/>
              <a:defRPr>
                <a:latin typeface="Open Sans"/>
                <a:ea typeface="Open Sans"/>
                <a:cs typeface="Open Sans"/>
                <a:sym typeface="Open Sans"/>
              </a:defRPr>
            </a:lvl9pPr>
          </a:lstStyle>
          <a:p/>
        </p:txBody>
      </p:sp>
      <p:sp>
        <p:nvSpPr>
          <p:cNvPr id="223" name="Google Shape;223;p30"/>
          <p:cNvSpPr txBox="1"/>
          <p:nvPr>
            <p:ph idx="1" type="subTitle"/>
          </p:nvPr>
        </p:nvSpPr>
        <p:spPr>
          <a:xfrm>
            <a:off x="2983350" y="1749425"/>
            <a:ext cx="3177300" cy="92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24" name="Google Shape;224;p30"/>
          <p:cNvSpPr txBox="1"/>
          <p:nvPr/>
        </p:nvSpPr>
        <p:spPr>
          <a:xfrm>
            <a:off x="2900450" y="3438275"/>
            <a:ext cx="3343200" cy="71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chemeClr val="dk2"/>
                </a:solidFill>
                <a:latin typeface="Montserrat"/>
                <a:ea typeface="Montserrat"/>
                <a:cs typeface="Montserrat"/>
                <a:sym typeface="Montserrat"/>
              </a:rPr>
              <a:t>CREDITS</a:t>
            </a:r>
            <a:r>
              <a:rPr lang="en" sz="1000">
                <a:solidFill>
                  <a:schemeClr val="dk2"/>
                </a:solidFill>
                <a:latin typeface="Montserrat"/>
                <a:ea typeface="Montserrat"/>
                <a:cs typeface="Montserrat"/>
                <a:sym typeface="Montserrat"/>
              </a:rPr>
              <a:t>: This presentation template was created by </a:t>
            </a:r>
            <a:r>
              <a:rPr b="1" lang="en" sz="1000">
                <a:solidFill>
                  <a:schemeClr val="dk2"/>
                </a:solidFill>
                <a:uFill>
                  <a:noFill/>
                </a:uFill>
                <a:latin typeface="Montserrat"/>
                <a:ea typeface="Montserrat"/>
                <a:cs typeface="Montserrat"/>
                <a:sym typeface="Montserrat"/>
                <a:hlinkClick r:id="rId2">
                  <a:extLst>
                    <a:ext uri="{A12FA001-AC4F-418D-AE19-62706E023703}">
                      <ahyp:hlinkClr val="tx"/>
                    </a:ext>
                  </a:extLst>
                </a:hlinkClick>
              </a:rPr>
              <a:t>Slidesgo</a:t>
            </a:r>
            <a:r>
              <a:rPr lang="en" sz="1000">
                <a:solidFill>
                  <a:schemeClr val="dk2"/>
                </a:solidFill>
                <a:latin typeface="Montserrat"/>
                <a:ea typeface="Montserrat"/>
                <a:cs typeface="Montserrat"/>
                <a:sym typeface="Montserrat"/>
              </a:rPr>
              <a:t>, including icons by </a:t>
            </a:r>
            <a:r>
              <a:rPr b="1" lang="en" sz="1000">
                <a:solidFill>
                  <a:schemeClr val="dk2"/>
                </a:solidFill>
                <a:uFill>
                  <a:noFill/>
                </a:uFill>
                <a:latin typeface="Montserrat"/>
                <a:ea typeface="Montserrat"/>
                <a:cs typeface="Montserrat"/>
                <a:sym typeface="Montserrat"/>
                <a:hlinkClick r:id="rId3">
                  <a:extLst>
                    <a:ext uri="{A12FA001-AC4F-418D-AE19-62706E023703}">
                      <ahyp:hlinkClr val="tx"/>
                    </a:ext>
                  </a:extLst>
                </a:hlinkClick>
              </a:rPr>
              <a:t>Flaticon</a:t>
            </a:r>
            <a:r>
              <a:rPr lang="en" sz="1000">
                <a:solidFill>
                  <a:schemeClr val="dk2"/>
                </a:solidFill>
                <a:latin typeface="Montserrat"/>
                <a:ea typeface="Montserrat"/>
                <a:cs typeface="Montserrat"/>
                <a:sym typeface="Montserrat"/>
              </a:rPr>
              <a:t>,and infographics &amp; images by </a:t>
            </a:r>
            <a:r>
              <a:rPr b="1" lang="en" sz="1000">
                <a:solidFill>
                  <a:schemeClr val="dk2"/>
                </a:solidFill>
                <a:uFill>
                  <a:noFill/>
                </a:uFill>
                <a:latin typeface="Montserrat"/>
                <a:ea typeface="Montserrat"/>
                <a:cs typeface="Montserrat"/>
                <a:sym typeface="Montserrat"/>
                <a:hlinkClick r:id="rId4">
                  <a:extLst>
                    <a:ext uri="{A12FA001-AC4F-418D-AE19-62706E023703}">
                      <ahyp:hlinkClr val="tx"/>
                    </a:ext>
                  </a:extLst>
                </a:hlinkClick>
              </a:rPr>
              <a:t>Freepik</a:t>
            </a:r>
            <a:endParaRPr b="1" sz="1000">
              <a:solidFill>
                <a:schemeClr val="dk2"/>
              </a:solidFill>
              <a:latin typeface="Montserrat"/>
              <a:ea typeface="Montserrat"/>
              <a:cs typeface="Montserrat"/>
              <a:sym typeface="Montserrat"/>
            </a:endParaRPr>
          </a:p>
        </p:txBody>
      </p:sp>
      <p:cxnSp>
        <p:nvCxnSpPr>
          <p:cNvPr id="225" name="Google Shape;225;p3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26" name="Google Shape;226;p30"/>
          <p:cNvCxnSpPr/>
          <p:nvPr/>
        </p:nvCxnSpPr>
        <p:spPr>
          <a:xfrm>
            <a:off x="-257975"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7" name="Google Shape;227;p3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28" name="Google Shape;228;p30"/>
          <p:cNvCxnSpPr/>
          <p:nvPr/>
        </p:nvCxnSpPr>
        <p:spPr>
          <a:xfrm>
            <a:off x="6467450"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0">
    <p:spTree>
      <p:nvGrpSpPr>
        <p:cNvPr id="229" name="Shape 229"/>
        <p:cNvGrpSpPr/>
        <p:nvPr/>
      </p:nvGrpSpPr>
      <p:grpSpPr>
        <a:xfrm>
          <a:off x="0" y="0"/>
          <a:ext cx="0" cy="0"/>
          <a:chOff x="0" y="0"/>
          <a:chExt cx="0" cy="0"/>
        </a:xfrm>
      </p:grpSpPr>
      <p:cxnSp>
        <p:nvCxnSpPr>
          <p:cNvPr id="230" name="Google Shape;230;p3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31" name="Google Shape;231;p3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_1">
    <p:spTree>
      <p:nvGrpSpPr>
        <p:cNvPr id="232" name="Shape 232"/>
        <p:cNvGrpSpPr/>
        <p:nvPr/>
      </p:nvGrpSpPr>
      <p:grpSpPr>
        <a:xfrm>
          <a:off x="0" y="0"/>
          <a:ext cx="0" cy="0"/>
          <a:chOff x="0" y="0"/>
          <a:chExt cx="0" cy="0"/>
        </a:xfrm>
      </p:grpSpPr>
      <p:cxnSp>
        <p:nvCxnSpPr>
          <p:cNvPr id="233" name="Google Shape;233;p3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34" name="Google Shape;234;p3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35" name="Google Shape;235;p32"/>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36" name="Google Shape;236;p32"/>
          <p:cNvCxnSpPr/>
          <p:nvPr/>
        </p:nvCxnSpPr>
        <p:spPr>
          <a:xfrm>
            <a:off x="-147275" y="3943475"/>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0_1_1">
    <p:spTree>
      <p:nvGrpSpPr>
        <p:cNvPr id="237" name="Shape 237"/>
        <p:cNvGrpSpPr/>
        <p:nvPr/>
      </p:nvGrpSpPr>
      <p:grpSpPr>
        <a:xfrm>
          <a:off x="0" y="0"/>
          <a:ext cx="0" cy="0"/>
          <a:chOff x="0" y="0"/>
          <a:chExt cx="0" cy="0"/>
        </a:xfrm>
      </p:grpSpPr>
      <p:cxnSp>
        <p:nvCxnSpPr>
          <p:cNvPr id="238" name="Google Shape;238;p3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39" name="Google Shape;239;p3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40" name="Google Shape;240;p33"/>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theme" Target="../theme/theme1.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i="1" sz="3000">
                <a:solidFill>
                  <a:schemeClr val="dk1"/>
                </a:solidFill>
              </a:defRPr>
            </a:lvl2pPr>
            <a:lvl3pPr lvl="2">
              <a:spcBef>
                <a:spcPts val="0"/>
              </a:spcBef>
              <a:spcAft>
                <a:spcPts val="0"/>
              </a:spcAft>
              <a:buClr>
                <a:schemeClr val="dk1"/>
              </a:buClr>
              <a:buSzPts val="3000"/>
              <a:buNone/>
              <a:defRPr i="1" sz="3000">
                <a:solidFill>
                  <a:schemeClr val="dk1"/>
                </a:solidFill>
              </a:defRPr>
            </a:lvl3pPr>
            <a:lvl4pPr lvl="3">
              <a:spcBef>
                <a:spcPts val="0"/>
              </a:spcBef>
              <a:spcAft>
                <a:spcPts val="0"/>
              </a:spcAft>
              <a:buClr>
                <a:schemeClr val="dk1"/>
              </a:buClr>
              <a:buSzPts val="3000"/>
              <a:buNone/>
              <a:defRPr i="1" sz="3000">
                <a:solidFill>
                  <a:schemeClr val="dk1"/>
                </a:solidFill>
              </a:defRPr>
            </a:lvl4pPr>
            <a:lvl5pPr lvl="4">
              <a:spcBef>
                <a:spcPts val="0"/>
              </a:spcBef>
              <a:spcAft>
                <a:spcPts val="0"/>
              </a:spcAft>
              <a:buClr>
                <a:schemeClr val="dk1"/>
              </a:buClr>
              <a:buSzPts val="3000"/>
              <a:buNone/>
              <a:defRPr i="1" sz="3000">
                <a:solidFill>
                  <a:schemeClr val="dk1"/>
                </a:solidFill>
              </a:defRPr>
            </a:lvl5pPr>
            <a:lvl6pPr lvl="5">
              <a:spcBef>
                <a:spcPts val="0"/>
              </a:spcBef>
              <a:spcAft>
                <a:spcPts val="0"/>
              </a:spcAft>
              <a:buClr>
                <a:schemeClr val="dk1"/>
              </a:buClr>
              <a:buSzPts val="3000"/>
              <a:buNone/>
              <a:defRPr i="1" sz="3000">
                <a:solidFill>
                  <a:schemeClr val="dk1"/>
                </a:solidFill>
              </a:defRPr>
            </a:lvl6pPr>
            <a:lvl7pPr lvl="6">
              <a:spcBef>
                <a:spcPts val="0"/>
              </a:spcBef>
              <a:spcAft>
                <a:spcPts val="0"/>
              </a:spcAft>
              <a:buClr>
                <a:schemeClr val="dk1"/>
              </a:buClr>
              <a:buSzPts val="3000"/>
              <a:buNone/>
              <a:defRPr i="1" sz="3000">
                <a:solidFill>
                  <a:schemeClr val="dk1"/>
                </a:solidFill>
              </a:defRPr>
            </a:lvl7pPr>
            <a:lvl8pPr lvl="7">
              <a:spcBef>
                <a:spcPts val="0"/>
              </a:spcBef>
              <a:spcAft>
                <a:spcPts val="0"/>
              </a:spcAft>
              <a:buClr>
                <a:schemeClr val="dk1"/>
              </a:buClr>
              <a:buSzPts val="3000"/>
              <a:buNone/>
              <a:defRPr i="1" sz="3000">
                <a:solidFill>
                  <a:schemeClr val="dk1"/>
                </a:solidFill>
              </a:defRPr>
            </a:lvl8pPr>
            <a:lvl9pPr lvl="8">
              <a:spcBef>
                <a:spcPts val="0"/>
              </a:spcBef>
              <a:spcAft>
                <a:spcPts val="0"/>
              </a:spcAft>
              <a:buClr>
                <a:schemeClr val="dk1"/>
              </a:buClr>
              <a:buSzPts val="3000"/>
              <a:buNone/>
              <a:defRPr i="1" sz="3000">
                <a:solidFill>
                  <a:schemeClr val="dk1"/>
                </a:solidFill>
              </a:defRPr>
            </a:lvl9pPr>
          </a:lstStyle>
          <a:p/>
        </p:txBody>
      </p:sp>
      <p:sp>
        <p:nvSpPr>
          <p:cNvPr id="7" name="Google Shape;7;p1"/>
          <p:cNvSpPr txBox="1"/>
          <p:nvPr>
            <p:ph idx="1" type="body"/>
          </p:nvPr>
        </p:nvSpPr>
        <p:spPr>
          <a:xfrm>
            <a:off x="713250" y="1152475"/>
            <a:ext cx="77175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4"/>
          <p:cNvSpPr txBox="1"/>
          <p:nvPr>
            <p:ph type="ctrTitle"/>
          </p:nvPr>
        </p:nvSpPr>
        <p:spPr>
          <a:xfrm>
            <a:off x="1039950" y="1845425"/>
            <a:ext cx="70641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900"/>
              <a:t>Phase 1 - Defining a challenge/Good, Moderate and Bad</a:t>
            </a:r>
            <a:endParaRPr sz="59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5"/>
          <p:cNvSpPr txBox="1"/>
          <p:nvPr>
            <p:ph idx="1" type="subTitle"/>
          </p:nvPr>
        </p:nvSpPr>
        <p:spPr>
          <a:xfrm>
            <a:off x="296175" y="1544400"/>
            <a:ext cx="4666200" cy="2379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0E101A"/>
                </a:solidFill>
                <a:latin typeface="Arial"/>
                <a:ea typeface="Arial"/>
                <a:cs typeface="Arial"/>
                <a:sym typeface="Arial"/>
              </a:rPr>
              <a:t>Public buses in Yerevan can be very overcrowded, especially during rush hour. This can make it very uncomfortable for passengers and can also be dangerous. </a:t>
            </a:r>
            <a:endParaRPr sz="1200">
              <a:solidFill>
                <a:srgbClr val="0E101A"/>
              </a:solidFill>
              <a:latin typeface="Arial"/>
              <a:ea typeface="Arial"/>
              <a:cs typeface="Arial"/>
              <a:sym typeface="Arial"/>
            </a:endParaRPr>
          </a:p>
          <a:p>
            <a:pPr indent="-304800" lvl="0" marL="457200" rtl="0" algn="l">
              <a:lnSpc>
                <a:spcPct val="115000"/>
              </a:lnSpc>
              <a:spcBef>
                <a:spcPts val="0"/>
              </a:spcBef>
              <a:spcAft>
                <a:spcPts val="0"/>
              </a:spcAft>
              <a:buClr>
                <a:srgbClr val="0E101A"/>
              </a:buClr>
              <a:buSzPts val="1200"/>
              <a:buFont typeface="Arial"/>
              <a:buChar char="●"/>
            </a:pPr>
            <a:r>
              <a:rPr lang="en" sz="1200">
                <a:solidFill>
                  <a:srgbClr val="0E101A"/>
                </a:solidFill>
                <a:latin typeface="Arial"/>
                <a:ea typeface="Arial"/>
                <a:cs typeface="Arial"/>
                <a:sym typeface="Arial"/>
              </a:rPr>
              <a:t>There have been reports of people being pushed, shoved, and sexually harassed on public transport in Yerevan.</a:t>
            </a:r>
            <a:endParaRPr sz="1200">
              <a:solidFill>
                <a:srgbClr val="0E101A"/>
              </a:solidFill>
              <a:latin typeface="Arial"/>
              <a:ea typeface="Arial"/>
              <a:cs typeface="Arial"/>
              <a:sym typeface="Arial"/>
            </a:endParaRPr>
          </a:p>
          <a:p>
            <a:pPr indent="-304800" lvl="0" marL="457200" rtl="0" algn="l">
              <a:lnSpc>
                <a:spcPct val="115000"/>
              </a:lnSpc>
              <a:spcBef>
                <a:spcPts val="0"/>
              </a:spcBef>
              <a:spcAft>
                <a:spcPts val="0"/>
              </a:spcAft>
              <a:buClr>
                <a:srgbClr val="0E101A"/>
              </a:buClr>
              <a:buSzPts val="1200"/>
              <a:buFont typeface="Arial"/>
              <a:buChar char="●"/>
            </a:pPr>
            <a:r>
              <a:rPr lang="en" sz="1200">
                <a:solidFill>
                  <a:srgbClr val="0E101A"/>
                </a:solidFill>
                <a:latin typeface="Arial"/>
                <a:ea typeface="Arial"/>
                <a:cs typeface="Arial"/>
                <a:sym typeface="Arial"/>
              </a:rPr>
              <a:t>The city is often congested with traffic, and public transport vehicles can get stuck in traffic just like any other vehicle. </a:t>
            </a:r>
            <a:endParaRPr sz="1200">
              <a:solidFill>
                <a:srgbClr val="0E101A"/>
              </a:solidFill>
              <a:latin typeface="Arial"/>
              <a:ea typeface="Arial"/>
              <a:cs typeface="Arial"/>
              <a:sym typeface="Arial"/>
            </a:endParaRPr>
          </a:p>
          <a:p>
            <a:pPr indent="-304800" lvl="0" marL="457200" rtl="0" algn="l">
              <a:lnSpc>
                <a:spcPct val="115000"/>
              </a:lnSpc>
              <a:spcBef>
                <a:spcPts val="0"/>
              </a:spcBef>
              <a:spcAft>
                <a:spcPts val="0"/>
              </a:spcAft>
              <a:buClr>
                <a:srgbClr val="0E101A"/>
              </a:buClr>
              <a:buSzPts val="1200"/>
              <a:buFont typeface="Arial"/>
              <a:buChar char="●"/>
            </a:pPr>
            <a:r>
              <a:rPr b="1" lang="en" sz="1200">
                <a:solidFill>
                  <a:srgbClr val="0E101A"/>
                </a:solidFill>
                <a:latin typeface="Arial"/>
                <a:ea typeface="Arial"/>
                <a:cs typeface="Arial"/>
                <a:sym typeface="Arial"/>
              </a:rPr>
              <a:t>Sanitation</a:t>
            </a:r>
            <a:r>
              <a:rPr lang="en" sz="1200">
                <a:solidFill>
                  <a:srgbClr val="0E101A"/>
                </a:solidFill>
                <a:latin typeface="Arial"/>
                <a:ea typeface="Arial"/>
                <a:cs typeface="Arial"/>
                <a:sym typeface="Arial"/>
              </a:rPr>
              <a:t>: This is because the vehicles are not cleaned very often, and passengers can frequently track dirt and mud into the vehicles. This can be very unpleasant for passengers and can also be a health hazard.</a:t>
            </a:r>
            <a:endParaRPr/>
          </a:p>
        </p:txBody>
      </p:sp>
      <p:sp>
        <p:nvSpPr>
          <p:cNvPr id="251" name="Google Shape;251;p35"/>
          <p:cNvSpPr txBox="1"/>
          <p:nvPr>
            <p:ph type="title"/>
          </p:nvPr>
        </p:nvSpPr>
        <p:spPr>
          <a:xfrm>
            <a:off x="713225" y="445025"/>
            <a:ext cx="567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t>
            </a:r>
            <a:r>
              <a:rPr lang="en">
                <a:solidFill>
                  <a:srgbClr val="FF0000"/>
                </a:solidFill>
              </a:rPr>
              <a:t>BAD </a:t>
            </a:r>
            <a:r>
              <a:rPr lang="en">
                <a:solidFill>
                  <a:srgbClr val="212121"/>
                </a:solidFill>
              </a:rPr>
              <a:t>- Buses</a:t>
            </a:r>
            <a:endParaRPr>
              <a:solidFill>
                <a:srgbClr val="212121"/>
              </a:solidFill>
            </a:endParaRPr>
          </a:p>
        </p:txBody>
      </p:sp>
      <p:pic>
        <p:nvPicPr>
          <p:cNvPr id="252" name="Google Shape;252;p35"/>
          <p:cNvPicPr preferRelativeResize="0"/>
          <p:nvPr/>
        </p:nvPicPr>
        <p:blipFill>
          <a:blip r:embed="rId3">
            <a:alphaModFix/>
          </a:blip>
          <a:stretch>
            <a:fillRect/>
          </a:stretch>
        </p:blipFill>
        <p:spPr>
          <a:xfrm>
            <a:off x="5016200" y="1219200"/>
            <a:ext cx="3619500" cy="2705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6"/>
          <p:cNvSpPr txBox="1"/>
          <p:nvPr>
            <p:ph idx="1" type="subTitle"/>
          </p:nvPr>
        </p:nvSpPr>
        <p:spPr>
          <a:xfrm>
            <a:off x="4747750" y="2366350"/>
            <a:ext cx="4128300" cy="6249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0E101A"/>
                </a:solidFill>
                <a:latin typeface="Arial"/>
                <a:ea typeface="Arial"/>
                <a:cs typeface="Arial"/>
                <a:sym typeface="Arial"/>
              </a:rPr>
              <a:t>All stations have free wifi access and cell coverage. It's cool there during the hot summer months and warm in winter.</a:t>
            </a:r>
            <a:endParaRPr sz="1200">
              <a:solidFill>
                <a:srgbClr val="0E101A"/>
              </a:solidFill>
              <a:latin typeface="Arial"/>
              <a:ea typeface="Arial"/>
              <a:cs typeface="Arial"/>
              <a:sym typeface="Arial"/>
            </a:endParaRPr>
          </a:p>
          <a:p>
            <a:pPr indent="0" lvl="0" marL="0" rtl="0" algn="l">
              <a:lnSpc>
                <a:spcPct val="115000"/>
              </a:lnSpc>
              <a:spcBef>
                <a:spcPts val="0"/>
              </a:spcBef>
              <a:spcAft>
                <a:spcPts val="0"/>
              </a:spcAft>
              <a:buNone/>
            </a:pPr>
            <a:r>
              <a:t/>
            </a:r>
            <a:endParaRPr sz="1200">
              <a:solidFill>
                <a:srgbClr val="0E101A"/>
              </a:solidFill>
              <a:latin typeface="Arial"/>
              <a:ea typeface="Arial"/>
              <a:cs typeface="Arial"/>
              <a:sym typeface="Arial"/>
            </a:endParaRPr>
          </a:p>
          <a:p>
            <a:pPr indent="0" lvl="0" marL="0" rtl="0" algn="l">
              <a:lnSpc>
                <a:spcPct val="115000"/>
              </a:lnSpc>
              <a:spcBef>
                <a:spcPts val="0"/>
              </a:spcBef>
              <a:spcAft>
                <a:spcPts val="0"/>
              </a:spcAft>
              <a:buNone/>
            </a:pPr>
            <a:r>
              <a:rPr lang="en" sz="1200">
                <a:solidFill>
                  <a:srgbClr val="0E101A"/>
                </a:solidFill>
                <a:latin typeface="Arial"/>
                <a:ea typeface="Arial"/>
                <a:cs typeface="Arial"/>
                <a:sym typeface="Arial"/>
              </a:rPr>
              <a:t>it is relatively fast, very cheap, a clean and safe way to travel, and an excellent way to avoid traffic congestion.</a:t>
            </a:r>
            <a:endParaRPr sz="1200">
              <a:solidFill>
                <a:srgbClr val="0E101A"/>
              </a:solidFill>
              <a:latin typeface="Arial"/>
              <a:ea typeface="Arial"/>
              <a:cs typeface="Arial"/>
              <a:sym typeface="Arial"/>
            </a:endParaRPr>
          </a:p>
          <a:p>
            <a:pPr indent="0" lvl="0" marL="0" rtl="0" algn="l">
              <a:lnSpc>
                <a:spcPct val="115000"/>
              </a:lnSpc>
              <a:spcBef>
                <a:spcPts val="0"/>
              </a:spcBef>
              <a:spcAft>
                <a:spcPts val="0"/>
              </a:spcAft>
              <a:buNone/>
            </a:pPr>
            <a:r>
              <a:t/>
            </a:r>
            <a:endParaRPr sz="1200">
              <a:solidFill>
                <a:srgbClr val="0E101A"/>
              </a:solidFill>
              <a:latin typeface="Arial"/>
              <a:ea typeface="Arial"/>
              <a:cs typeface="Arial"/>
              <a:sym typeface="Arial"/>
            </a:endParaRPr>
          </a:p>
          <a:p>
            <a:pPr indent="0" lvl="0" marL="0" rtl="0" algn="l">
              <a:lnSpc>
                <a:spcPct val="115000"/>
              </a:lnSpc>
              <a:spcBef>
                <a:spcPts val="0"/>
              </a:spcBef>
              <a:spcAft>
                <a:spcPts val="0"/>
              </a:spcAft>
              <a:buNone/>
            </a:pPr>
            <a:r>
              <a:rPr lang="en" sz="1200">
                <a:solidFill>
                  <a:srgbClr val="0E101A"/>
                </a:solidFill>
                <a:latin typeface="Arial"/>
                <a:ea typeface="Arial"/>
                <a:cs typeface="Arial"/>
                <a:sym typeface="Arial"/>
              </a:rPr>
              <a:t>However, It has one huge disadvantage - the coverage is very inadequate for such a large city. A one-line metro system is not very comprehensive, as it does not manage to cover major parts of the town with its ten stations, resulting in difficulty trying to navigate to parts of the city.</a:t>
            </a:r>
            <a:endParaRPr/>
          </a:p>
        </p:txBody>
      </p:sp>
      <p:pic>
        <p:nvPicPr>
          <p:cNvPr descr="UrbanRail.Net &gt; Asia &gt; Armenia &gt; Yerevan Metro" id="258" name="Google Shape;258;p36"/>
          <p:cNvPicPr preferRelativeResize="0"/>
          <p:nvPr/>
        </p:nvPicPr>
        <p:blipFill>
          <a:blip r:embed="rId3">
            <a:alphaModFix/>
          </a:blip>
          <a:stretch>
            <a:fillRect/>
          </a:stretch>
        </p:blipFill>
        <p:spPr>
          <a:xfrm>
            <a:off x="2021700" y="2724175"/>
            <a:ext cx="2586125" cy="1788650"/>
          </a:xfrm>
          <a:prstGeom prst="rect">
            <a:avLst/>
          </a:prstGeom>
          <a:noFill/>
          <a:ln>
            <a:noFill/>
          </a:ln>
          <a:effectLst>
            <a:outerShdw blurRad="57150" rotWithShape="0" algn="bl" dir="5400000" dist="19050">
              <a:srgbClr val="000000">
                <a:alpha val="40000"/>
              </a:srgbClr>
            </a:outerShdw>
          </a:effectLst>
        </p:spPr>
      </p:pic>
      <p:pic>
        <p:nvPicPr>
          <p:cNvPr id="259" name="Google Shape;259;p36"/>
          <p:cNvPicPr preferRelativeResize="0"/>
          <p:nvPr/>
        </p:nvPicPr>
        <p:blipFill rotWithShape="1">
          <a:blip r:embed="rId4">
            <a:alphaModFix/>
          </a:blip>
          <a:srcRect b="15888" l="0" r="0" t="9025"/>
          <a:stretch/>
        </p:blipFill>
        <p:spPr>
          <a:xfrm>
            <a:off x="311350" y="752300"/>
            <a:ext cx="2475300" cy="2601901"/>
          </a:xfrm>
          <a:prstGeom prst="rect">
            <a:avLst/>
          </a:prstGeom>
          <a:noFill/>
          <a:ln>
            <a:noFill/>
          </a:ln>
          <a:effectLst>
            <a:outerShdw blurRad="57150" rotWithShape="0" algn="bl" dir="5400000" dist="19050">
              <a:srgbClr val="000000">
                <a:alpha val="39000"/>
              </a:srgbClr>
            </a:outerShdw>
          </a:effectLst>
        </p:spPr>
      </p:pic>
      <p:sp>
        <p:nvSpPr>
          <p:cNvPr id="260" name="Google Shape;260;p36"/>
          <p:cNvSpPr txBox="1"/>
          <p:nvPr>
            <p:ph type="title"/>
          </p:nvPr>
        </p:nvSpPr>
        <p:spPr>
          <a:xfrm>
            <a:off x="3464100" y="397400"/>
            <a:ext cx="56799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a:t>
            </a:r>
            <a:r>
              <a:rPr lang="en">
                <a:solidFill>
                  <a:srgbClr val="FF9900"/>
                </a:solidFill>
              </a:rPr>
              <a:t>Moderate </a:t>
            </a:r>
            <a:r>
              <a:rPr lang="en">
                <a:solidFill>
                  <a:srgbClr val="212121"/>
                </a:solidFill>
              </a:rPr>
              <a:t>- Metro</a:t>
            </a:r>
            <a:endParaRPr>
              <a:solidFill>
                <a:srgbClr val="21212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7"/>
          <p:cNvSpPr txBox="1"/>
          <p:nvPr>
            <p:ph type="title"/>
          </p:nvPr>
        </p:nvSpPr>
        <p:spPr>
          <a:xfrm>
            <a:off x="142950" y="572375"/>
            <a:ext cx="4971000" cy="2019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a:t>
            </a:r>
            <a:r>
              <a:rPr lang="en">
                <a:solidFill>
                  <a:srgbClr val="93C47D"/>
                </a:solidFill>
              </a:rPr>
              <a:t>Good</a:t>
            </a:r>
            <a:r>
              <a:rPr lang="en"/>
              <a:t> - Walking!</a:t>
            </a:r>
            <a:endParaRPr/>
          </a:p>
        </p:txBody>
      </p:sp>
      <p:sp>
        <p:nvSpPr>
          <p:cNvPr id="266" name="Google Shape;266;p37"/>
          <p:cNvSpPr txBox="1"/>
          <p:nvPr>
            <p:ph idx="1" type="subTitle"/>
          </p:nvPr>
        </p:nvSpPr>
        <p:spPr>
          <a:xfrm>
            <a:off x="198375" y="2146486"/>
            <a:ext cx="3820200" cy="1473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0E101A"/>
                </a:solidFill>
                <a:latin typeface="Arial"/>
                <a:ea typeface="Arial"/>
                <a:cs typeface="Arial"/>
                <a:sym typeface="Arial"/>
              </a:rPr>
              <a:t>The streets are generally well-paved and wide, making it easy to get around on foot. There are also plenty of sidewalks and pedestrian paths, so you can usually find a safe route to walk on. The city is also relatively flat, so you won't have to deal with too much uphill walking.</a:t>
            </a:r>
            <a:endParaRPr sz="1200">
              <a:solidFill>
                <a:srgbClr val="0E101A"/>
              </a:solidFill>
              <a:latin typeface="Arial"/>
              <a:ea typeface="Arial"/>
              <a:cs typeface="Arial"/>
              <a:sym typeface="Arial"/>
            </a:endParaRPr>
          </a:p>
          <a:p>
            <a:pPr indent="0" lvl="0" marL="0" rtl="0" algn="l">
              <a:spcBef>
                <a:spcPts val="0"/>
              </a:spcBef>
              <a:spcAft>
                <a:spcPts val="1000"/>
              </a:spcAft>
              <a:buNone/>
            </a:pPr>
            <a:r>
              <a:t/>
            </a:r>
            <a:endParaRPr/>
          </a:p>
        </p:txBody>
      </p:sp>
      <p:pic>
        <p:nvPicPr>
          <p:cNvPr id="267" name="Google Shape;267;p37"/>
          <p:cNvPicPr preferRelativeResize="0"/>
          <p:nvPr/>
        </p:nvPicPr>
        <p:blipFill>
          <a:blip r:embed="rId3">
            <a:alphaModFix/>
          </a:blip>
          <a:stretch>
            <a:fillRect/>
          </a:stretch>
        </p:blipFill>
        <p:spPr>
          <a:xfrm>
            <a:off x="4539850" y="1590675"/>
            <a:ext cx="3651726" cy="2438125"/>
          </a:xfrm>
          <a:prstGeom prst="rect">
            <a:avLst/>
          </a:prstGeom>
          <a:noFill/>
          <a:ln cap="flat" cmpd="sng" w="28575">
            <a:solidFill>
              <a:schemeClr val="accent1"/>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Minimalist Business Slides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